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handoutMasterIdLst>
    <p:handoutMasterId r:id="rId11"/>
  </p:handoutMasterIdLst>
  <p:sldIdLst>
    <p:sldId id="303" r:id="rId3"/>
    <p:sldId id="330" r:id="rId4"/>
    <p:sldId id="343" r:id="rId5"/>
    <p:sldId id="344" r:id="rId6"/>
    <p:sldId id="347" r:id="rId7"/>
    <p:sldId id="348" r:id="rId8"/>
    <p:sldId id="349" r:id="rId9"/>
    <p:sldId id="32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021"/>
    <a:srgbClr val="22F2DA"/>
    <a:srgbClr val="2AACE2"/>
    <a:srgbClr val="02ACED"/>
    <a:srgbClr val="385680"/>
    <a:srgbClr val="FFFFFF"/>
    <a:srgbClr val="F7F7F7"/>
    <a:srgbClr val="BEBEBE"/>
    <a:srgbClr val="F5822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08DB6-F3C5-A525-4401-AC17931E928C}" v="65" dt="2025-11-17T06:26:09.134"/>
    <p1510:client id="{5CF7F5BA-7254-71A5-026F-CE4490C62612}" v="21" dt="2025-11-17T08:49:56.418"/>
    <p1510:client id="{AF9EA15C-E81D-1D1D-F874-63D8C33C2C2E}" v="652" dt="2025-11-16T18:30:51.183"/>
    <p1510:client id="{B3B03A60-497F-5C74-E508-EECEF5DED185}" v="260" dt="2025-11-17T08:37:33.083"/>
    <p1510:client id="{BFF1BDA4-329C-D123-7777-DAD4D25C0013}" v="1058" dt="2025-11-17T08:48:36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EBAF4D-2979-5E39-B815-074174619E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F2A74-28EC-C686-58D6-EDD88B1E4B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AFD90-1BD2-48FD-A597-6A58992F9CFF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36635-312C-929F-406A-8B536AE54E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7B811-57DC-7BC6-4033-5DD5CBA020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F0197-2296-4B95-95BE-00958DC776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387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3826 8429 16383 0 0,'0'2'0'0'0,"0"3"0"0"0,0 7 0 0 0,0 4 0 0 0,0 4 0 0 0,0 3 0 0 0,0 0 0 0 0,0 3 0 0 0,0 1 0 0 0,0-2 0 0 0,0-1 0 0 0,0-2 0 0 0,0 3 0 0 0,0 0 0 0 0,0 3 0 0 0,0-1 0 0 0,0 2 0 0 0,0 0 0 0 0,0 2 0 0 0,0-2 0 0 0,0 1 0 0 0,0 0 0 0 0,0 0 0 0 0,0-1 0 0 0,0 2 0 0 0,0-2 0 0 0,0 1 0 0 0,0-1 0 0 0,0 1 0 0 0,0 0 0 0 0,0 0 0 0 0,0-1 0 0 0,0 1 0 0 0,0 7 0 0 0,0 0 0 0 0,0 1 0 0 0,0 0 0 0 0,0-2 0 0 0,0 2 0 0 0,0 2 0 0 0,0-3 0 0 0,0-1 0 0 0,0 0 0 0 0,0-2 0 0 0,0-4 0 0 0,0-1 0 0 0,0 3 0 0 0,0 5 0 0 0,0 5 0 0 0,0-2 0 0 0,0-5 0 0 0,0-1 0 0 0,0-3 0 0 0,0-1 0 0 0,0 6 0 0 0,0 2 0 0 0,0-1 0 0 0,0-4 0 0 0,0-4 0 0 0,0 0 0 0 0,0 1 0 0 0,0 0 0 0 0,0 0 0 0 0,0 0 0 0 0,0-3 0 0 0,0 1 0 0 0,0 3 0 0 0,0-1 0 0 0,0-2 0 0 0,0 1 0 0 0,0 2 0 0 0,0-1 0 0 0,0-2 0 0 0,0-2 0 0 0,0 1 0 0 0,0-1 0 0 0,0-1 0 0 0,0-2 0 0 0,0-1 0 0 0,0-2 0 0 0,0 3 0 0 0,0 1 0 0 0,0-1 0 0 0,0 0 0 0 0,0-2 0 0 0,0-1 0 0 0,0 3 0 0 0,0 0 0 0 0,0-2 0 0 0,0 0 0 0 0,0-3 0 0 0,0-1 0 0 0,0-1 0 0 0,0 8 0 0 0,0 6 0 0 0,0 2 0 0 0,0-4 0 0 0,0-3 0 0 0,0-6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10041 6006 16383 0 0,'4'0'0'0'0,"9"0"0"0"0,9 0 0 0 0,23 0 0 0 0,22 0 0 0 0,20 0 0 0 0,6 0 0 0 0,11 0 0 0 0,7 0 0 0 0,3 0 0 0 0,1 0 0 0 0,-2 0 0 0 0,-7 0 0 0 0,-4 0 0 0 0,-12 0 0 0 0,-13 0 0 0 0,-14 0 0 0 0,-10 0 0 0 0,1 0 0 0 0,0 0 0 0 0,1 0 0 0 0,9 0 0 0 0,11 0 0 0 0,11 0 0 0 0,9 0 0 0 0,-4 0 0 0 0,0 0 0 0 0,-9 0 0 0 0,-15 0 0 0 0,-15 0 0 0 0,-13 0 0 0 0,-6 0 0 0 0,-3 0 0 0 0,1 0 0 0 0,6 0 0 0 0,0 0 0 0 0,0 0 0 0 0,1 0 0 0 0,-4 0 0 0 0,3 0 0 0 0,-4 0 0 0 0,-6 0 0 0 0,4 0 0 0 0,3 0 0 0 0,13 0 0 0 0,1 0 0 0 0,-1 0 0 0 0,-1 0 0 0 0,-2 0 0 0 0,-2 0 0 0 0,2 0 0 0 0,-3 0 0 0 0,-5 0 0 0 0,-2 0 0 0 0,4 0 0 0 0,1 0 0 0 0,-2 0 0 0 0,-1 0 0 0 0,-3 0 0 0 0,-1 0 0 0 0,-3 0 0 0 0,-4 0 0 0 0,-3 0 0 0 0,-2 0 0 0 0,1 0 0 0 0,0 0 0 0 0,0 0 0 0 0,1 0 0 0 0,-2 0 0 0 0,2 0 0 0 0,1 0 0 0 0,-1 0 0 0 0,-4 0 0 0 0,-4 0 0 0 0,-2 0 0 0 0,-2 0 0 0 0,-2 0 0 0 0,0 0 0 0 0,1 0 0 0 0,2 0 0 0 0,1 0 0 0 0,1 0 0 0 0,2 0 0 0 0,-3 0 0 0 0,-1 0 0 0 0,0 0 0 0 0,5 0 0 0 0,1 0 0 0 0,1 0 0 0 0,1 0 0 0 0,-2 0 0 0 0,-1 0 0 0 0,0 0 0 0 0,-2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19194 6006 16383 0 0,'3'0'0'0'0,"5"0"0"0"0,4 0 0 0 0,12 0 0 0 0,8 0 0 0 0,10 0 0 0 0,1 0 0 0 0,4 0 0 0 0,1 0 0 0 0,0 0 0 0 0,12 0 0 0 0,16 0 0 0 0,3 0 0 0 0,-9 0 0 0 0,-6 0 0 0 0,-6 0 0 0 0,-2 0 0 0 0,-4 0 0 0 0,-7 0 0 0 0,-7 0 0 0 0,-5 0 0 0 0,5 0 0 0 0,2 0 0 0 0,1 0 0 0 0,1 0 0 0 0,-1 0 0 0 0,4 0 0 0 0,-3 0 0 0 0,-5 0 0 0 0,-5 0 0 0 0,-5 0 0 0 0,-4 0 0 0 0,-2 0 0 0 0,2 0 0 0 0,0 0 0 0 0,0 0 0 0 0,-1 0 0 0 0,0 0 0 0 0,-2 0 0 0 0,0 0 0 0 0,1 0 0 0 0,3 0 0 0 0,-2 0 0 0 0,-3 0 0 0 0,-1 0 0 0 0,2 0 0 0 0,-1 0 0 0 0,-2 0 0 0 0,-2 0 0 0 0,0 0 0 0 0,-1 0 0 0 0,-2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3830 8425 16383 0 0,'4'0'0'0'0,"3"0"0"0"0,7 0 0 0 0,16 0 0 0 0,11 0 0 0 0,5 0 0 0 0,5 0 0 0 0,7 0 0 0 0,-4 0 0 0 0,4 0 0 0 0,-7 0 0 0 0,-2 0 0 0 0,7 0 0 0 0,7 0 0 0 0,15 0 0 0 0,8 0 0 0 0,13 0 0 0 0,2 0 0 0 0,-4 0 0 0 0,5 0 0 0 0,4 0 0 0 0,8 0 0 0 0,5 0 0 0 0,6 0 0 0 0,8 0 0 0 0,49 0 0 0 0,4 0 0 0 0,1 0 0 0 0,10 0 0 0 0,18 0 0 0 0,-7 0 0 0 0,0 0 0 0 0,11 0 0 0 0,12 0 0 0 0,14 0 0 0 0,18 0 0 0 0,21 0 0 0 0,2 0 0 0 0,-21 0 0 0 0,-29 0 0 0 0,-29 0 0 0 0,-30 0 0 0 0,-32 0 0 0 0,-18 0 0 0 0,-18 0 0 0 0,-4 0 0 0 0,-7 0 0 0 0,17 0 0 0 0,25 0 0 0 0,17 0 0 0 0,15 0 0 0 0,-1 0 0 0 0,34 0 0 0 0,35 0 0 0 0,30 0 0 0 0,-1 0 0 0 0,4 0 0 0 0,2 0 0 0 0,-16 0 0 0 0,-33 0 0 0 0,-16 0 0 0 0,-15 0 0 0 0,-8 0 0 0 0,-21 0 0 0 0,-16 0 0 0 0,-14 0 0 0 0,-12 0 0 0 0,-14 0 0 0 0,-3 0 0 0 0,0 0 0 0 0,-7 0 0 0 0,-2 0 0 0 0,0 0 0 0 0,15 0 0 0 0,16 0 0 0 0,43 0 0 0 0,34 0 0 0 0,62 0 0 0 0,13 0 0 0 0,-16 0 0 0 0,-28 0 0 0 0,-35 0 0 0 0,-20 0 0 0 0,-32 0 0 0 0,-31 0 0 0 0,-23 0 0 0 0,-22 0 0 0 0,-19 0 0 0 0,-17 0 0 0 0,-12 0 0 0 0,-3 0 0 0 0,1 0 0 0 0,3 0 0 0 0,4 0 0 0 0,3 0 0 0 0,-1 0 0 0 0,-2 0 0 0 0,-4 0 0 0 0,-6 0 0 0 0,0 0 0 0 0,1 0 0 0 0,-2 0 0 0 0,4 0 0 0 0,3 0 0 0 0,1 0 0 0 0,-1 0 0 0 0,-2 0 0 0 0,-2 0 0 0 0,-3 0 0 0 0,0 0 0 0 0,-2 0 0 0 0,-1 0 0 0 0,3 0 0 0 0,2 0 0 0 0,0 0 0 0 0,-1 0 0 0 0,3 0 0 0 0,1 0 0 0 0,3 0 0 0 0,0 0 0 0 0,2 0 0 0 0,-1 0 0 0 0,1 0 0 0 0,0 0 0 0 0,-3 0 0 0 0,-3 0 0 0 0,-1 0 0 0 0,-5 0 0 0 0,-2 0 0 0 0,2 0 0 0 0,2 0 0 0 0,0 0 0 0 0,3 0 0 0 0,1 0 0 0 0,4 0 0 0 0,1 0 0 0 0,3 0 0 0 0,-4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3851 11794 16383 0 0,'5'0'0'0'0,"5"0"0"0"0,5 0 0 0 0,14 0 0 0 0,6 0 0 0 0,3 0 0 0 0,8 0 0 0 0,11 0 0 0 0,8 0 0 0 0,0 0 0 0 0,-4 0 0 0 0,-10 0 0 0 0,-6 0 0 0 0,-7 0 0 0 0,-5 0 0 0 0,1 0 0 0 0,0 0 0 0 0,-3 0 0 0 0,-4 0 0 0 0,-4 0 0 0 0,-3 0 0 0 0,2 0 0 0 0,1 0 0 0 0,0 0 0 0 0,2 0 0 0 0,4 0 0 0 0,3 0 0 0 0,0 0 0 0 0,-1 0 0 0 0,-4 0 0 0 0,-3 0 0 0 0,-2 0 0 0 0,6 0 0 0 0,15 0 0 0 0,7 0 0 0 0,3 0 0 0 0,-2 0 0 0 0,-2 0 0 0 0,-7 0 0 0 0,-7 0 0 0 0,-3 0 0 0 0,-3 0 0 0 0,-4 0 0 0 0,-6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10047 11794 16383 0 0,'5'0'0'0'0,"11"0"0"0"0,21 0 0 0 0,77 0 0 0 0,54 0 0 0 0,49 0 0 0 0,34 0 0 0 0,39 0 0 0 0,30 0 0 0 0,-1 0 0 0 0,-28 0 0 0 0,-42 0 0 0 0,-52 0 0 0 0,-52 0 0 0 0,-44 0 0 0 0,-32 0 0 0 0,-7 0 0 0 0,-5 0 0 0 0,-1 0 0 0 0,18 0 0 0 0,2 0 0 0 0,-5 0 0 0 0,-8 0 0 0 0,-5 0 0 0 0,6 0 0 0 0,-5 0 0 0 0,-2 0 0 0 0,-7 0 0 0 0,-2 0 0 0 0,-5 0 0 0 0,-8 0 0 0 0,-6 0 0 0 0,-2 0 0 0 0,0 0 0 0 0,-3 0 0 0 0,-1 0 0 0 0,-4 0 0 0 0,-2 0 0 0 0,2 0 0 0 0,3 0 0 0 0,-2 0 0 0 0,-2 0 0 0 0,-3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19132 11794 16383 0 0,'3'0'0'0'0,"4"0"0"0"0,11 0 0 0 0,6 0 0 0 0,5 0 0 0 0,9 0 0 0 0,10 0 0 0 0,3 0 0 0 0,4 0 0 0 0,-2 0 0 0 0,2 0 0 0 0,-5 0 0 0 0,-5 0 0 0 0,1 0 0 0 0,-5 0 0 0 0,-5 0 0 0 0,-6 0 0 0 0,-1 0 0 0 0,8 0 0 0 0,8 0 0 0 0,4 0 0 0 0,-1 0 0 0 0,-1 0 0 0 0,-3 0 0 0 0,-1 0 0 0 0,-2 0 0 0 0,-4 0 0 0 0,-3 0 0 0 0,-3 0 0 0 0,4 0 0 0 0,-2 0 0 0 0,2 0 0 0 0,0 0 0 0 0,7 0 0 0 0,2 0 0 0 0,-3 0 0 0 0,-1 0 0 0 0,-2 0 0 0 0,-2 0 0 0 0,-3 0 0 0 0,-5 0 0 0 0,-3 0 0 0 0,-3 0 0 0 0,-4 0 0 0 0,-1 0 0 0 0,3 0 0 0 0,0 0 0 0 0,1 0 0 0 0,16 0 0 0 0,-2 0 0 0 0,4 0 0 0 0,2 0 0 0 0,-3 0 0 0 0,-4 0 0 0 0,-8 0 0 0 0,-5 0 0 0 0,-2 0 0 0 0,-4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3572 17071 16383 0 0,'2'0'0'0'0,"2"0"0"0"0,3 0 0 0 0,3 0 0 0 0,1 0 0 0 0,2 0 0 0 0,1 0 0 0 0,3 0 0 0 0,1 0 0 0 0,1 0 0 0 0,-1 0 0 0 0,-1 0 0 0 0,-1 0 0 0 0,0 0 0 0 0,-5 0 0 0 0,-1 0 0 0 0,0 0 0 0 0,-4 0 0 0 0,3 0 0 0 0,-6 0 0 0 0,9 0 0 0 0,7 0 0 0 0,2 0 0 0 0,6 0 0 0 0,8 0 0 0 0,19 0 0 0 0,9 0 0 0 0,2 0 0 0 0,3 0 0 0 0,1 0 0 0 0,-4 0 0 0 0,-10 0 0 0 0,-10 0 0 0 0,-6 0 0 0 0,-4 0 0 0 0,1 0 0 0 0,6 0 0 0 0,4 0 0 0 0,0 0 0 0 0,0 0 0 0 0,2 0 0 0 0,-7 0 0 0 0,-8 0 0 0 0,-5 0 0 0 0,-4 0 0 0 0,3 0 0 0 0,9 0 0 0 0,5 0 0 0 0,-2 0 0 0 0,-1 0 0 0 0,-6 0 0 0 0,-9 0 0 0 0,-5 0 0 0 0,-4 0 0 0 0,-4 0 0 0 0,-1 0 0 0 0,2 0 0 0 0,-1 0 0 0 0,1 0 0 0 0,1 0 0 0 0,-1 0 0 0 0,0 0 0 0 0,-1 0 0 0 0,-1 0 0 0 0,-1 0 0 0 0,-2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10072 17071 16383 0 0,'5'0'0'0'0,"0"0"0"0"0,2 0 0 0 0,3 0 0 0 0,6 0 0 0 0,13 0 0 0 0,24 0 0 0 0,-5 0 0 0 0,10 0 0 0 0,23 0 0 0 0,10 0 0 0 0,3 0 0 0 0,-8 0 0 0 0,3 0 0 0 0,-10 0 0 0 0,-2 0 0 0 0,3 0 0 0 0,1 0 0 0 0,-9 0 0 0 0,-8 0 0 0 0,-6 0 0 0 0,-4 0 0 0 0,-4 0 0 0 0,24 0 0 0 0,15 0 0 0 0,16 0 0 0 0,4 0 0 0 0,-5 0 0 0 0,-8 0 0 0 0,-18 0 0 0 0,-11 0 0 0 0,-17 0 0 0 0,-14 0 0 0 0,-6 0 0 0 0,2 0 0 0 0,14 0 0 0 0,13 0 0 0 0,21 0 0 0 0,11 0 0 0 0,28 0 0 0 0,9 0 0 0 0,6 0 0 0 0,-6 0 0 0 0,-1 0 0 0 0,-13 0 0 0 0,-16 0 0 0 0,-16 0 0 0 0,-17 0 0 0 0,-12 0 0 0 0,3 0 0 0 0,26 0 0 0 0,3 0 0 0 0,-12 0 0 0 0,-16 0 0 0 0,-14 0 0 0 0,-4 0 0 0 0,-8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21530 11763 16383 0 0,'0'4'0'0'0,"0"10"0"0"0,0 6 0 0 0,0 16 0 0 0,0 9 0 0 0,0 7 0 0 0,0 13 0 0 0,0 3 0 0 0,0 1 0 0 0,0-4 0 0 0,0-3 0 0 0,0 0 0 0 0,0-4 0 0 0,0-6 0 0 0,0-4 0 0 0,0-8 0 0 0,0-3 0 0 0,0-5 0 0 0,0-1 0 0 0,0-3 0 0 0,0-2 0 0 0,0-2 0 0 0,0 1 0 0 0,0 2 0 0 0,0 1 0 0 0,0-1 0 0 0,0-3 0 0 0,0 3 0 0 0,0-1 0 0 0,0-2 0 0 0,0-1 0 0 0,0-1 0 0 0,0 3 0 0 0,0-1 0 0 0,0 0 0 0 0,0 3 0 0 0,0-1 0 0 0,0 0 0 0 0,0-3 0 0 0,0 3 0 0 0,0 0 0 0 0,0 2 0 0 0,0 0 0 0 0,0-2 0 0 0,0 2 0 0 0,0-1 0 0 0,0 1 0 0 0,0-2 0 0 0,0 1 0 0 0,0-1 0 0 0,0-1 0 0 0,0 2 0 0 0,0-1 0 0 0,0-2 0 0 0,0-3 0 0 0,0-1 0 0 0,0-1 0 0 0,0 0 0 0 0,0-2 0 0 0,0 0 0 0 0,0-1 0 0 0,0 1 0 0 0,0 0 0 0 0,0 0 0 0 0,0 3 0 0 0,0-1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21461 5991 16383 0 0,'0'-2'0'0'0,"0"1"0"0"0,0 4 0 0 0,0 4 0 0 0,0 8 0 0 0,0 8 0 0 0,0 6 0 0 0,0 6 0 0 0,0 8 0 0 0,0-1 0 0 0,0 1 0 0 0,0-5 0 0 0,0-2 0 0 0,0-3 0 0 0,0-5 0 0 0,0-3 0 0 0,0 1 0 0 0,0 2 0 0 0,0 0 0 0 0,0-2 0 0 0,0-3 0 0 0,0-2 0 0 0,0-2 0 0 0,0 0 0 0 0,0 0 0 0 0,0 0 0 0 0,0 4 0 0 0,0 0 0 0 0,0 1 0 0 0,0-1 0 0 0,0-1 0 0 0,0 0 0 0 0,0 2 0 0 0,0 4 0 0 0,0 4 0 0 0,0 0 0 0 0,0 1 0 0 0,0-2 0 0 0,0 1 0 0 0,0-1 0 0 0,0 0 0 0 0,0-2 0 0 0,0-2 0 0 0,0 1 0 0 0,0 2 0 0 0,0 3 0 0 0,0 0 0 0 0,0 0 0 0 0,0 1 0 0 0,0-1 0 0 0,0 0 0 0 0,0-2 0 0 0,0 0 0 0 0,0-1 0 0 0,0 0 0 0 0,0-1 0 0 0,0-2 0 0 0,0-3 0 0 0,0-2 0 0 0,0-1 0 0 0,0-2 0 0 0,0-1 0 0 0,0 0 0 0 0,0 1 0 0 0,0 4 0 0 0,0 1 0 0 0,0 0 0 0 0,0-2 0 0 0,0 2 0 0 0,0-1 0 0 0,0-4 0 0 0,0-1 0 0 0,0 3 0 0 0,0-1 0 0 0,0 0 0 0 0,0-1 0 0 0,0 1 0 0 0,0-2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3535 14146 16383 0 0,'0'1'0'0'0,"0"2"0"0"0,0 4 0 0 0,0 7 0 0 0,0 5 0 0 0,0 6 0 0 0,0 5 0 0 0,0 1 0 0 0,0 2 0 0 0,0-1 0 0 0,0 0 0 0 0,0-1 0 0 0,0 0 0 0 0,0-2 0 0 0,0 2 0 0 0,0-2 0 0 0,0 1 0 0 0,0 1 0 0 0,0 0 0 0 0,0-3 0 0 0,0 1 0 0 0,0-1 0 0 0,0 1 0 0 0,0-1 0 0 0,0 2 0 0 0,0 2 0 0 0,0-1 0 0 0,0 1 0 0 0,0 6 0 0 0,0 2 0 0 0,0-2 0 0 0,0 0 0 0 0,0-4 0 0 0,0-1 0 0 0,0 1 0 0 0,0-2 0 0 0,0 0 0 0 0,0 2 0 0 0,0-3 0 0 0,0 2 0 0 0,0 1 0 0 0,0-2 0 0 0,0-3 0 0 0,0-3 0 0 0,0-2 0 0 0,0-3 0 0 0,0 0 0 0 0,0-2 0 0 0,0 4 0 0 0,0 0 0 0 0,0 0 0 0 0,0 3 0 0 0,0 1 0 0 0,0-2 0 0 0,0-1 0 0 0,0-2 0 0 0,0 2 0 0 0,0 0 0 0 0,0-1 0 0 0,0 2 0 0 0,0 0 0 0 0,0-1 0 0 0,0-1 0 0 0,0-1 0 0 0,0 2 0 0 0,0 1 0 0 0,0-1 0 0 0,0-1 0 0 0,0 5 0 0 0,0 2 0 0 0,0-1 0 0 0,0-1 0 0 0,0 0 0 0 0,0 2 0 0 0,0 4 0 0 0,0-2 0 0 0,0-2 0 0 0,0 0 0 0 0,0-1 0 0 0,0 0 0 0 0,0-1 0 0 0,0-5 0 0 0,0-2 0 0 0,0 0 0 0 0,0 0 0 0 0,0-4 0 0 0,0-4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21409 6008 16383 0 0,'-1'1'0'0'0,"-1"1"0"0"0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21384 5996 16383 0 0,'0'-1'0'0'0,"0"-1"0"0"0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21349 5978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14644 5778 16383 0 0,'0'1'0'0'0,"0"3"0"0"0,2 0 0 0 0,4-1 0 0 0,2 1 0 0 0,2 3 0 0 0,2 1 0 0 0,0 2 0 0 0,4 2 0 0 0,0 0 0 0 0,0 1 0 0 0,0 1 0 0 0,-1-1 0 0 0,-2-1 0 0 0,-1 0 0 0 0,0-1 0 0 0,-1 1 0 0 0,-2-2 0 0 0,-6 0 0 0 0,-5-1 0 0 0,-6-1 0 0 0,-8 7 0 0 0,-4 1 0 0 0,-2-2 0 0 0,-1 0 0 0 0,1-3 0 0 0,2 0 0 0 0,1 0 0 0 0,0 0 0 0 0,2 1 0 0 0,2-1 0 0 0,1-1 0 0 0,3 1 0 0 0,2-3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5455 11483 16383 0 0,'2'0'0'0'0,"1"3"0"0"0,-1 3 0 0 0,0 3 0 0 0,0 2 0 0 0,1 2 0 0 0,3 0 0 0 0,1-1 0 0 0,2 1 0 0 0,2-1 0 0 0,1 1 0 0 0,1 0 0 0 0,1 1 0 0 0,1 1 0 0 0,1 0 0 0 0,-1 0 0 0 0,-1-2 0 0 0,-1 0 0 0 0,-1-2 0 0 0,-1-1 0 0 0,-1 2 0 0 0,-1 1 0 0 0,-3-2 0 0 0,-8-1 0 0 0,-7-4 0 0 0,-5 2 0 0 0,-4 2 0 0 0,-1 1 0 0 0,1 1 0 0 0,1 1 0 0 0,2 0 0 0 0,1 0 0 0 0,2-1 0 0 0,-1 1 0 0 0,1-1 0 0 0,0 1 0 0 0,1-2 0 0 0,0 0 0 0 0,1 0 0 0 0,2-3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14585 11489 16383 0 0,'1'1'0'0'0,"2"2"0"0"0,4 4 0 0 0,2 2 0 0 0,2 2 0 0 0,-1 1 0 0 0,2-1 0 0 0,1 1 0 0 0,1 0 0 0 0,0 0 0 0 0,0 1 0 0 0,-1 0 0 0 0,0 0 0 0 0,0-1 0 0 0,0 1 0 0 0,0-1 0 0 0,-1 1 0 0 0,0-2 0 0 0,-3 0 0 0 0,-2 0 0 0 0,-3 2 0 0 0,-8-2 0 0 0,-8 0 0 0 0,-3 1 0 0 0,-1 1 0 0 0,0-1 0 0 0,0 1 0 0 0,1-1 0 0 0,1 1 0 0 0,1 0 0 0 0,0-1 0 0 0,0 1 0 0 0,0 0 0 0 0,1-1 0 0 0,1 0 0 0 0,-1-1 0 0 0,2 0 0 0 0,0-1 0 0 0,2-2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5465 16689 16383 0 0,'0'2'0'0'0,"0"4"0"0"0,0 3 0 0 0,7 4 0 0 0,5 3 0 0 0,3 3 0 0 0,0 5 0 0 0,2 0 0 0 0,-1 1 0 0 0,1-3 0 0 0,-3-3 0 0 0,-1-1 0 0 0,-3 0 0 0 0,1 3 0 0 0,0 1 0 0 0,-1-3 0 0 0,-3-2 0 0 0,-2-4 0 0 0,-3-1 0 0 0,0-1 0 0 0,-4 0 0 0 0,-4 1 0 0 0,-2 0 0 0 0,-3 0 0 0 0,-2 1 0 0 0,-1 1 0 0 0,0 0 0 0 0,-1-1 0 0 0,2 0 0 0 0,0 0 0 0 0,0-1 0 0 0,1 1 0 0 0,-1 0 0 0 0,-1 0 0 0 0,1 0 0 0 0,0 0 0 0 0,1-1 0 0 0,3-3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14614 16787 16383 0 0,'3'0'0'0'0,"3"2"0"0"0,2 2 0 0 0,2 3 0 0 0,2 3 0 0 0,0 1 0 0 0,1 1 0 0 0,0 1 0 0 0,-3 0 0 0 0,1-2 0 0 0,2 0 0 0 0,0 1 0 0 0,1 1 0 0 0,1 0 0 0 0,-1 1 0 0 0,0-1 0 0 0,-2 0 0 0 0,-4-2 0 0 0,-3 1 0 0 0,-9-2 0 0 0,-7 1 0 0 0,-4 1 0 0 0,-3 1 0 0 0,0 1 0 0 0,0 1 0 0 0,1 0 0 0 0,1-1 0 0 0,2-1 0 0 0,1 0 0 0 0,1-1 0 0 0,0 0 0 0 0,0 0 0 0 0,1 0 0 0 0,0-1 0 0 0,1-1 0 0 0,0 0 0 0 0,2-3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08:48:4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6277 14235 16383 0 0,'3'0'0'0'0,"12"0"0"0"0,6 0 0 0 0,24 0 0 0 0,13 0 0 0 0,21 0 0 0 0,19 0 0 0 0,13 0 0 0 0,8 0 0 0 0,-2 0 0 0 0,-12 0 0 0 0,-1 0 0 0 0,-2 0 0 0 0,1 0 0 0 0,25 0 0 0 0,33 0 0 0 0,27 0 0 0 0,40 0 0 0 0,-7 0 0 0 0,-10 0 0 0 0,-10 0 0 0 0,-18 0 0 0 0,-20 0 0 0 0,-23 0 0 0 0,-10 0 0 0 0,2 0 0 0 0,0 0 0 0 0,-1 0 0 0 0,-3 0 0 0 0,-4 0 0 0 0,-13 0 0 0 0,-22 0 0 0 0,-18 0 0 0 0,-15 0 0 0 0,-12 0 0 0 0,3 0 0 0 0,7 0 0 0 0,14 0 0 0 0,-1 0 0 0 0,5 0 0 0 0,17 0 0 0 0,9 0 0 0 0,13 0 0 0 0,17 0 0 0 0,15 0 0 0 0,20 0 0 0 0,31 0 0 0 0,6 0 0 0 0,-16 0 0 0 0,-15 0 0 0 0,-26 0 0 0 0,-25 0 0 0 0,-74 0 0 0 0,4 0 0 0 0,-2 0 0 0 0,-7 0 0 0 0,5 0 0 0 0,5 0 0 0 0,7 0 0 0 0,12 0 0 0 0,15 0 0 0 0,3 0 0 0 0,-3 0 0 0 0,5 0 0 0 0,-4 0 0 0 0,-5 0 0 0 0,4 0 0 0 0,7 0 0 0 0,3 0 0 0 0,11 0 0 0 0,4 0 0 0 0,2 0 0 0 0,10 0 0 0 0,4 0 0 0 0,4 0 0 0 0,-7 0 0 0 0,-16 0 0 0 0,-13 0 0 0 0,-10 0 0 0 0,-5 0 0 0 0,-7 0 0 0 0,-5 0 0 0 0,-8 0 0 0 0,-7 0 0 0 0,-5 0 0 0 0,-6 0 0 0 0,-2 0 0 0 0,-1 0 0 0 0,-2 0 0 0 0,5 0 0 0 0,14 0 0 0 0,42 0 0 0 0,28 0 0 0 0,29 0 0 0 0,3 0 0 0 0,-9 0 0 0 0,-21 0 0 0 0,-20 0 0 0 0,-9 0 0 0 0,-6 0 0 0 0,1 0 0 0 0,11 0 0 0 0,10 0 0 0 0,21 0 0 0 0,4 0 0 0 0,-2 0 0 0 0,-16 0 0 0 0,-20 0 0 0 0,-15 0 0 0 0,-14 0 0 0 0,-1 0 0 0 0,-4 0 0 0 0,10 0 0 0 0,3 0 0 0 0,34 0 0 0 0,24 0 0 0 0,16 0 0 0 0,4 0 0 0 0,-5 0 0 0 0,-13 0 0 0 0,-18 0 0 0 0,-20 0 0 0 0,-21 0 0 0 0,-11 0 0 0 0,-13 0 0 0 0,-9 0 0 0 0,-4 0 0 0 0,-6 0 0 0 0,-1 0 0 0 0,0 0 0 0 0,7 0 0 0 0,4 0 0 0 0,12 0 0 0 0,16 0 0 0 0,4 0 0 0 0,1 0 0 0 0,1 0 0 0 0,-6 0 0 0 0,-12 0 0 0 0,-8 0 0 0 0,-2 0 0 0 0,-2 0 0 0 0,3 0 0 0 0,-1 0 0 0 0,-1 0 0 0 0,-5 0 0 0 0,-4 0 0 0 0,-1 0 0 0 0,-3 0 0 0 0,-6 0 0 0 0,5 0 0 0 0,6 0 0 0 0,4 0 0 0 0,2 0 0 0 0,-4 0 0 0 0,-5 0 0 0 0,-7 0 0 0 0,-1 0 0 0 0,1 0 0 0 0,8 0 0 0 0,5 0 0 0 0,3 0 0 0 0,-4 0 0 0 0,-5 0 0 0 0,-6 0 0 0 0,-2 0 0 0 0,-5 0 0 0 0,-2 0 0 0 0,0 0 0 0 0,-1 0 0 0 0,-4 0 0 0 0</inkml:trace>
</inkml:ink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&amp; 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439234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0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02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61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3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21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5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8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33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lnSpc>
                <a:spcPct val="150000"/>
              </a:lnSpc>
              <a:spcAft>
                <a:spcPts val="0"/>
              </a:spcAft>
              <a:defRPr sz="1600"/>
            </a:lvl2pPr>
            <a:lvl3pPr>
              <a:defRPr sz="1400"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600"/>
              <a:t>Click to edit Master text styles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400"/>
              <a:t>Click to edit master text styles</a:t>
            </a:r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1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4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</a:defRPr>
            </a:lvl2pPr>
            <a:lvl3pPr>
              <a:defRPr sz="1400"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4837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36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307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27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85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584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C8678D-BBAE-CE2A-C163-79EDB02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C9ADE-A02E-44F5-8B96-526A206169CD}"/>
              </a:ext>
            </a:extLst>
          </p:cNvPr>
          <p:cNvSpPr/>
          <p:nvPr userDrawn="1"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A34921-02C8-CC23-331B-E1924605A842}"/>
              </a:ext>
            </a:extLst>
          </p:cNvPr>
          <p:cNvSpPr/>
          <p:nvPr userDrawn="1"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1044423-BE5C-1A7A-96CC-96CBCE8D8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449" y="3648823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www.tessolve.com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6222E599-8782-579B-51C0-35B778C7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129" y="4192894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FC3A1-8D2D-079B-308C-4FA3D8A1B4CC}"/>
              </a:ext>
            </a:extLst>
          </p:cNvPr>
          <p:cNvGrpSpPr/>
          <p:nvPr userDrawn="1"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24" name="Google Shape;4992;p63">
              <a:extLst>
                <a:ext uri="{FF2B5EF4-FFF2-40B4-BE49-F238E27FC236}">
                  <a16:creationId xmlns:a16="http://schemas.microsoft.com/office/drawing/2014/main" id="{DAE97957-468F-7460-B4DD-A864AC1E4845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4978;p63">
              <a:extLst>
                <a:ext uri="{FF2B5EF4-FFF2-40B4-BE49-F238E27FC236}">
                  <a16:creationId xmlns:a16="http://schemas.microsoft.com/office/drawing/2014/main" id="{028DEB9A-5EE1-E0EC-9DC1-9A29B8F8E74E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4979;p63">
              <a:extLst>
                <a:ext uri="{FF2B5EF4-FFF2-40B4-BE49-F238E27FC236}">
                  <a16:creationId xmlns:a16="http://schemas.microsoft.com/office/drawing/2014/main" id="{9C340A9C-4B77-4D2F-C7BE-4C23B6B699D5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E33E1B-0000-7591-CBAE-46412ABA0D88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F77A92C-8A3F-DF7F-829E-478FACAFB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129" y="4802676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6AE76-45E3-8DA2-A451-426EB4B99E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116" name="Title 4">
            <a:extLst>
              <a:ext uri="{FF2B5EF4-FFF2-40B4-BE49-F238E27FC236}">
                <a16:creationId xmlns:a16="http://schemas.microsoft.com/office/drawing/2014/main" id="{747D96F8-4357-4CA5-76A8-D5FF2FA03B90}"/>
              </a:ext>
            </a:extLst>
          </p:cNvPr>
          <p:cNvSpPr txBox="1">
            <a:spLocks/>
          </p:cNvSpPr>
          <p:nvPr userDrawn="1"/>
        </p:nvSpPr>
        <p:spPr>
          <a:xfrm>
            <a:off x="235154" y="622011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334AA73B-AA4F-A4BC-412D-50A971F5E6D6}"/>
              </a:ext>
            </a:extLst>
          </p:cNvPr>
          <p:cNvSpPr txBox="1">
            <a:spLocks/>
          </p:cNvSpPr>
          <p:nvPr userDrawn="1"/>
        </p:nvSpPr>
        <p:spPr>
          <a:xfrm>
            <a:off x="1096399" y="622011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18" name="Title 4">
            <a:extLst>
              <a:ext uri="{FF2B5EF4-FFF2-40B4-BE49-F238E27FC236}">
                <a16:creationId xmlns:a16="http://schemas.microsoft.com/office/drawing/2014/main" id="{B2DEAE46-034B-924D-9889-E9872C2A8F5E}"/>
              </a:ext>
            </a:extLst>
          </p:cNvPr>
          <p:cNvSpPr txBox="1">
            <a:spLocks/>
          </p:cNvSpPr>
          <p:nvPr userDrawn="1"/>
        </p:nvSpPr>
        <p:spPr>
          <a:xfrm>
            <a:off x="2145757" y="622011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19" name="Title 4">
            <a:extLst>
              <a:ext uri="{FF2B5EF4-FFF2-40B4-BE49-F238E27FC236}">
                <a16:creationId xmlns:a16="http://schemas.microsoft.com/office/drawing/2014/main" id="{B5F254A1-CD7B-6B41-5496-52E56E0D9EF2}"/>
              </a:ext>
            </a:extLst>
          </p:cNvPr>
          <p:cNvSpPr txBox="1">
            <a:spLocks/>
          </p:cNvSpPr>
          <p:nvPr userDrawn="1"/>
        </p:nvSpPr>
        <p:spPr>
          <a:xfrm>
            <a:off x="3109521" y="6220112"/>
            <a:ext cx="954365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135BFA-75DF-F09A-9FFF-1309486AF428}"/>
              </a:ext>
            </a:extLst>
          </p:cNvPr>
          <p:cNvGrpSpPr/>
          <p:nvPr userDrawn="1"/>
        </p:nvGrpSpPr>
        <p:grpSpPr>
          <a:xfrm>
            <a:off x="471634" y="5641856"/>
            <a:ext cx="422248" cy="418149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2F46407-8017-6F6F-4D53-F1271AC36DE9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7DC69E2-0253-C8B5-C184-77E2098FAE58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E4D37C1-378D-36F2-91B6-193F4CB4440B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6D06171-805A-DCB4-391B-FC426ECACB9E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FD132-9133-C85F-8556-FE5EAA46F1A7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A0F3E4-86DF-A5C5-7E8F-9F9B2AFEB13E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45C51D-1C0E-AE90-9531-3E12594D27C5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0A9517E-2637-115E-9B6B-C197A896D511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51A723A-2DDB-8411-4EC2-EBB17709F419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3CCC72F-0C64-69AF-EF4A-42C27A080A30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8D66784-5D31-358B-42ED-28241066283A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BE3988-5D1A-1EAF-348E-35EE4FF608A7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92C0CB3-59BA-7D6E-072D-26E17F0D7B53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893230C-ED04-0023-0B6F-DF32D8ED69B0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4B5D021-55F2-898F-04FA-6F9D6D9C5268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DD0EAD7-FC4C-8624-3CED-87007B68BE36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677821F-AC30-DBAD-2ABB-976E6F226FAD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8CE2963-52FC-FB3D-8367-C9F524E894E0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F8BC9BC-A894-E81F-56EB-F2FC3AEB1DE5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789FEFF-7C25-09FD-6DA8-6714854C3E1E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E061FA1-C92C-C1F0-5CBD-63F707712177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F04E74-3F5C-C551-BA12-09D5AE91EC8E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9034D4C-8E07-23A0-EF20-F4419F25FFE5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BFBD614-8E61-9FD5-5535-412F2181091F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B511A1-C71A-CA31-D60F-7552A7940A9E}"/>
              </a:ext>
            </a:extLst>
          </p:cNvPr>
          <p:cNvGrpSpPr/>
          <p:nvPr userDrawn="1"/>
        </p:nvGrpSpPr>
        <p:grpSpPr>
          <a:xfrm>
            <a:off x="1471184" y="5698300"/>
            <a:ext cx="370901" cy="370901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7FEBC61-FB6F-8A9F-638C-3B91E25D4E23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CD93352-5505-BD84-E37F-90ACCB458E3B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48C5D75-C48F-45D8-EE27-64760433C67F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3398586-4FB5-92BC-64C7-3FA6A881CDE5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ECC2A25-DC11-94AA-2EA7-6E5B8329899E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03146EF-74F0-DA3F-8399-BBE67DFF8489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53B8FB-DC4D-5AF9-D689-4F721D6331E2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55D69DD-DF91-4365-076D-A8A4E39F67A0}"/>
              </a:ext>
            </a:extLst>
          </p:cNvPr>
          <p:cNvGrpSpPr/>
          <p:nvPr userDrawn="1"/>
        </p:nvGrpSpPr>
        <p:grpSpPr>
          <a:xfrm>
            <a:off x="2409966" y="5677124"/>
            <a:ext cx="388965" cy="388962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6B823C2-E03C-B399-DA70-9B2DD23F94F7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27E4513-67F0-0D8A-4522-DE37BD097F5A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8DA81E2-6A2A-C9F3-56B2-5908B1DBF5B9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A00078-AB65-D805-4AAB-244BBBFA77A6}"/>
              </a:ext>
            </a:extLst>
          </p:cNvPr>
          <p:cNvGrpSpPr/>
          <p:nvPr userDrawn="1"/>
        </p:nvGrpSpPr>
        <p:grpSpPr>
          <a:xfrm>
            <a:off x="3360112" y="5614794"/>
            <a:ext cx="453182" cy="453179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3429B14-E0A1-C6C6-12F4-642D65434256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A0AFBC6-0850-A16A-1F5C-73F56E80871A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52E2E07-6305-1C4B-8357-554A8B86661A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981550-1C0A-539C-D4F3-8640D588D569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962AFE9-C850-E952-E7C2-25F8EC807A75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03BB56D-471F-9172-3971-5A1AEB17EA6E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4749B4-8886-766A-5EE9-2C7432582344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6A6373E-7998-67FF-0059-C8F46BD15AD1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CE2C849-F613-0DC3-7EDF-4D24679AB6DF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A280279-7D13-8FF0-D5BC-01A0948AD93F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1D734BB-0BAA-0E9A-BA80-02B9250E03C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F89BB9-0B30-8383-74E8-594C7D5F42C9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9C45DC-DFC1-6112-213F-E1E49BB7BE82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B595EC6-D724-CA96-0924-2F2BF70124EE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470083D-3E29-9443-694C-4EFEB53874C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5409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1767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D54EA0-E2D3-BD84-0C4F-948F5E9500AE}"/>
              </a:ext>
            </a:extLst>
          </p:cNvPr>
          <p:cNvSpPr/>
          <p:nvPr userDrawn="1"/>
        </p:nvSpPr>
        <p:spPr>
          <a:xfrm>
            <a:off x="398580" y="0"/>
            <a:ext cx="1477109" cy="5416062"/>
          </a:xfrm>
          <a:prstGeom prst="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D351A-4369-F75D-1FB4-58CB74EED93E}"/>
              </a:ext>
            </a:extLst>
          </p:cNvPr>
          <p:cNvSpPr/>
          <p:nvPr userDrawn="1"/>
        </p:nvSpPr>
        <p:spPr>
          <a:xfrm>
            <a:off x="914395" y="1441938"/>
            <a:ext cx="3587268" cy="370156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ACB1D8-0434-D16D-615D-C250E7E755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3536" y="556846"/>
            <a:ext cx="2528125" cy="661467"/>
          </a:xfrm>
          <a:prstGeom prst="rect">
            <a:avLst/>
          </a:prstGeom>
        </p:spPr>
      </p:pic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ABCD41A8-8355-5BFC-843C-5643FAE3E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5614" y="2879954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THANK YOU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4A2223-7AB8-126E-0A84-E4A398D33C91}"/>
              </a:ext>
            </a:extLst>
          </p:cNvPr>
          <p:cNvGrpSpPr/>
          <p:nvPr userDrawn="1"/>
        </p:nvGrpSpPr>
        <p:grpSpPr>
          <a:xfrm>
            <a:off x="398580" y="6180563"/>
            <a:ext cx="1976614" cy="323851"/>
            <a:chOff x="5381813" y="7224873"/>
            <a:chExt cx="1976614" cy="32385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E572D13-C671-5075-F156-4BDA64D16C83}"/>
                </a:ext>
              </a:extLst>
            </p:cNvPr>
            <p:cNvSpPr/>
            <p:nvPr/>
          </p:nvSpPr>
          <p:spPr>
            <a:xfrm>
              <a:off x="5381813" y="7224874"/>
              <a:ext cx="323850" cy="323850"/>
            </a:xfrm>
            <a:custGeom>
              <a:avLst/>
              <a:gdLst>
                <a:gd name="connsiteX0" fmla="*/ 323850 w 323850"/>
                <a:gd name="connsiteY0" fmla="*/ 161925 h 323850"/>
                <a:gd name="connsiteX1" fmla="*/ 161925 w 323850"/>
                <a:gd name="connsiteY1" fmla="*/ 323850 h 323850"/>
                <a:gd name="connsiteX2" fmla="*/ 0 w 323850"/>
                <a:gd name="connsiteY2" fmla="*/ 161925 h 323850"/>
                <a:gd name="connsiteX3" fmla="*/ 161925 w 323850"/>
                <a:gd name="connsiteY3" fmla="*/ 0 h 323850"/>
                <a:gd name="connsiteX4" fmla="*/ 323850 w 323850"/>
                <a:gd name="connsiteY4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323850" y="161925"/>
                  </a:moveTo>
                  <a:cubicBezTo>
                    <a:pt x="323850" y="251354"/>
                    <a:pt x="251354" y="323850"/>
                    <a:pt x="161925" y="323850"/>
                  </a:cubicBezTo>
                  <a:cubicBezTo>
                    <a:pt x="72496" y="323850"/>
                    <a:pt x="0" y="251354"/>
                    <a:pt x="0" y="161925"/>
                  </a:cubicBezTo>
                  <a:cubicBezTo>
                    <a:pt x="0" y="72496"/>
                    <a:pt x="72496" y="0"/>
                    <a:pt x="161925" y="0"/>
                  </a:cubicBezTo>
                  <a:cubicBezTo>
                    <a:pt x="251354" y="0"/>
                    <a:pt x="323850" y="72496"/>
                    <a:pt x="323850" y="161925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9553C4-CC78-D7D4-2579-DF05CA9A148F}"/>
                </a:ext>
              </a:extLst>
            </p:cNvPr>
            <p:cNvSpPr/>
            <p:nvPr/>
          </p:nvSpPr>
          <p:spPr>
            <a:xfrm>
              <a:off x="5510401" y="7324887"/>
              <a:ext cx="65666" cy="131508"/>
            </a:xfrm>
            <a:custGeom>
              <a:avLst/>
              <a:gdLst>
                <a:gd name="connsiteX0" fmla="*/ 18983 w 65666"/>
                <a:gd name="connsiteY0" fmla="*/ 131509 h 131508"/>
                <a:gd name="connsiteX1" fmla="*/ 18983 w 65666"/>
                <a:gd name="connsiteY1" fmla="*/ 130108 h 131508"/>
                <a:gd name="connsiteX2" fmla="*/ 18983 w 65666"/>
                <a:gd name="connsiteY2" fmla="*/ 72680 h 131508"/>
                <a:gd name="connsiteX3" fmla="*/ 0 w 65666"/>
                <a:gd name="connsiteY3" fmla="*/ 72680 h 131508"/>
                <a:gd name="connsiteX4" fmla="*/ 0 w 65666"/>
                <a:gd name="connsiteY4" fmla="*/ 49347 h 131508"/>
                <a:gd name="connsiteX5" fmla="*/ 19016 w 65666"/>
                <a:gd name="connsiteY5" fmla="*/ 49347 h 131508"/>
                <a:gd name="connsiteX6" fmla="*/ 19016 w 65666"/>
                <a:gd name="connsiteY6" fmla="*/ 47832 h 131508"/>
                <a:gd name="connsiteX7" fmla="*/ 19016 w 65666"/>
                <a:gd name="connsiteY7" fmla="*/ 29968 h 131508"/>
                <a:gd name="connsiteX8" fmla="*/ 21966 w 65666"/>
                <a:gd name="connsiteY8" fmla="*/ 15648 h 131508"/>
                <a:gd name="connsiteX9" fmla="*/ 29819 w 65666"/>
                <a:gd name="connsiteY9" fmla="*/ 5442 h 131508"/>
                <a:gd name="connsiteX10" fmla="*/ 41739 w 65666"/>
                <a:gd name="connsiteY10" fmla="*/ 571 h 131508"/>
                <a:gd name="connsiteX11" fmla="*/ 55202 w 65666"/>
                <a:gd name="connsiteY11" fmla="*/ 77 h 131508"/>
                <a:gd name="connsiteX12" fmla="*/ 65666 w 65666"/>
                <a:gd name="connsiteY12" fmla="*/ 752 h 131508"/>
                <a:gd name="connsiteX13" fmla="*/ 65666 w 65666"/>
                <a:gd name="connsiteY13" fmla="*/ 21779 h 131508"/>
                <a:gd name="connsiteX14" fmla="*/ 64299 w 65666"/>
                <a:gd name="connsiteY14" fmla="*/ 21779 h 131508"/>
                <a:gd name="connsiteX15" fmla="*/ 51116 w 65666"/>
                <a:gd name="connsiteY15" fmla="*/ 22043 h 131508"/>
                <a:gd name="connsiteX16" fmla="*/ 42696 w 65666"/>
                <a:gd name="connsiteY16" fmla="*/ 30447 h 131508"/>
                <a:gd name="connsiteX17" fmla="*/ 42597 w 65666"/>
                <a:gd name="connsiteY17" fmla="*/ 48936 h 131508"/>
                <a:gd name="connsiteX18" fmla="*/ 42762 w 65666"/>
                <a:gd name="connsiteY18" fmla="*/ 49281 h 131508"/>
                <a:gd name="connsiteX19" fmla="*/ 63820 w 65666"/>
                <a:gd name="connsiteY19" fmla="*/ 49281 h 131508"/>
                <a:gd name="connsiteX20" fmla="*/ 60921 w 65666"/>
                <a:gd name="connsiteY20" fmla="*/ 72631 h 131508"/>
                <a:gd name="connsiteX21" fmla="*/ 42696 w 65666"/>
                <a:gd name="connsiteY21" fmla="*/ 72631 h 131508"/>
                <a:gd name="connsiteX22" fmla="*/ 42696 w 65666"/>
                <a:gd name="connsiteY22" fmla="*/ 73834 h 131508"/>
                <a:gd name="connsiteX23" fmla="*/ 42696 w 65666"/>
                <a:gd name="connsiteY23" fmla="*/ 130618 h 131508"/>
                <a:gd name="connsiteX24" fmla="*/ 42696 w 65666"/>
                <a:gd name="connsiteY24" fmla="*/ 131509 h 131508"/>
                <a:gd name="connsiteX25" fmla="*/ 18983 w 65666"/>
                <a:gd name="connsiteY25" fmla="*/ 131509 h 131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666" h="131508">
                  <a:moveTo>
                    <a:pt x="18983" y="131509"/>
                  </a:moveTo>
                  <a:cubicBezTo>
                    <a:pt x="18983" y="131047"/>
                    <a:pt x="18983" y="130570"/>
                    <a:pt x="18983" y="130108"/>
                  </a:cubicBezTo>
                  <a:lnTo>
                    <a:pt x="18983" y="72680"/>
                  </a:lnTo>
                  <a:lnTo>
                    <a:pt x="0" y="72680"/>
                  </a:lnTo>
                  <a:lnTo>
                    <a:pt x="0" y="49347"/>
                  </a:lnTo>
                  <a:lnTo>
                    <a:pt x="19016" y="49347"/>
                  </a:lnTo>
                  <a:lnTo>
                    <a:pt x="19016" y="47832"/>
                  </a:lnTo>
                  <a:cubicBezTo>
                    <a:pt x="19016" y="41882"/>
                    <a:pt x="19016" y="35918"/>
                    <a:pt x="19016" y="29968"/>
                  </a:cubicBezTo>
                  <a:cubicBezTo>
                    <a:pt x="18999" y="25043"/>
                    <a:pt x="20003" y="20167"/>
                    <a:pt x="21966" y="15648"/>
                  </a:cubicBezTo>
                  <a:cubicBezTo>
                    <a:pt x="23635" y="11613"/>
                    <a:pt x="26345" y="8090"/>
                    <a:pt x="29819" y="5442"/>
                  </a:cubicBezTo>
                  <a:cubicBezTo>
                    <a:pt x="33292" y="2794"/>
                    <a:pt x="37406" y="1113"/>
                    <a:pt x="41739" y="571"/>
                  </a:cubicBezTo>
                  <a:cubicBezTo>
                    <a:pt x="46208" y="51"/>
                    <a:pt x="50709" y="-114"/>
                    <a:pt x="55202" y="77"/>
                  </a:cubicBezTo>
                  <a:cubicBezTo>
                    <a:pt x="58663" y="77"/>
                    <a:pt x="62124" y="506"/>
                    <a:pt x="65666" y="752"/>
                  </a:cubicBezTo>
                  <a:lnTo>
                    <a:pt x="65666" y="21779"/>
                  </a:lnTo>
                  <a:lnTo>
                    <a:pt x="64299" y="21779"/>
                  </a:lnTo>
                  <a:cubicBezTo>
                    <a:pt x="59899" y="21779"/>
                    <a:pt x="55466" y="21779"/>
                    <a:pt x="51116" y="22043"/>
                  </a:cubicBezTo>
                  <a:cubicBezTo>
                    <a:pt x="45843" y="22388"/>
                    <a:pt x="42877" y="25223"/>
                    <a:pt x="42696" y="30447"/>
                  </a:cubicBezTo>
                  <a:cubicBezTo>
                    <a:pt x="42432" y="36593"/>
                    <a:pt x="42696" y="42772"/>
                    <a:pt x="42597" y="48936"/>
                  </a:cubicBezTo>
                  <a:cubicBezTo>
                    <a:pt x="42597" y="48936"/>
                    <a:pt x="42597" y="49083"/>
                    <a:pt x="42762" y="49281"/>
                  </a:cubicBezTo>
                  <a:lnTo>
                    <a:pt x="63820" y="49281"/>
                  </a:lnTo>
                  <a:cubicBezTo>
                    <a:pt x="62849" y="57109"/>
                    <a:pt x="61892" y="64820"/>
                    <a:pt x="60921" y="72631"/>
                  </a:cubicBezTo>
                  <a:lnTo>
                    <a:pt x="42696" y="72631"/>
                  </a:lnTo>
                  <a:cubicBezTo>
                    <a:pt x="42696" y="73093"/>
                    <a:pt x="42696" y="73455"/>
                    <a:pt x="42696" y="73834"/>
                  </a:cubicBezTo>
                  <a:cubicBezTo>
                    <a:pt x="42696" y="92751"/>
                    <a:pt x="42696" y="111680"/>
                    <a:pt x="42696" y="130618"/>
                  </a:cubicBezTo>
                  <a:cubicBezTo>
                    <a:pt x="42696" y="130915"/>
                    <a:pt x="42696" y="131212"/>
                    <a:pt x="42696" y="131509"/>
                  </a:cubicBezTo>
                  <a:lnTo>
                    <a:pt x="18983" y="131509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D435883-CE77-634C-90E1-7F0052C0537C}"/>
                </a:ext>
              </a:extLst>
            </p:cNvPr>
            <p:cNvSpPr/>
            <p:nvPr/>
          </p:nvSpPr>
          <p:spPr>
            <a:xfrm>
              <a:off x="6208195" y="7224874"/>
              <a:ext cx="323850" cy="323850"/>
            </a:xfrm>
            <a:custGeom>
              <a:avLst/>
              <a:gdLst>
                <a:gd name="connsiteX0" fmla="*/ 323850 w 323850"/>
                <a:gd name="connsiteY0" fmla="*/ 161925 h 323850"/>
                <a:gd name="connsiteX1" fmla="*/ 161925 w 323850"/>
                <a:gd name="connsiteY1" fmla="*/ 323850 h 323850"/>
                <a:gd name="connsiteX2" fmla="*/ 0 w 323850"/>
                <a:gd name="connsiteY2" fmla="*/ 161925 h 323850"/>
                <a:gd name="connsiteX3" fmla="*/ 161925 w 323850"/>
                <a:gd name="connsiteY3" fmla="*/ 0 h 323850"/>
                <a:gd name="connsiteX4" fmla="*/ 323850 w 323850"/>
                <a:gd name="connsiteY4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323850" y="161925"/>
                  </a:moveTo>
                  <a:cubicBezTo>
                    <a:pt x="323850" y="251354"/>
                    <a:pt x="251354" y="323850"/>
                    <a:pt x="161925" y="323850"/>
                  </a:cubicBezTo>
                  <a:cubicBezTo>
                    <a:pt x="72496" y="323850"/>
                    <a:pt x="0" y="251354"/>
                    <a:pt x="0" y="161925"/>
                  </a:cubicBezTo>
                  <a:cubicBezTo>
                    <a:pt x="0" y="72496"/>
                    <a:pt x="72496" y="0"/>
                    <a:pt x="161925" y="0"/>
                  </a:cubicBezTo>
                  <a:cubicBezTo>
                    <a:pt x="251354" y="0"/>
                    <a:pt x="323850" y="72496"/>
                    <a:pt x="323850" y="161925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0857C8-7030-B9F2-3BF7-9CB01412CE5A}"/>
                </a:ext>
              </a:extLst>
            </p:cNvPr>
            <p:cNvSpPr/>
            <p:nvPr/>
          </p:nvSpPr>
          <p:spPr>
            <a:xfrm>
              <a:off x="6298683" y="7315362"/>
              <a:ext cx="133459" cy="133731"/>
            </a:xfrm>
            <a:custGeom>
              <a:avLst/>
              <a:gdLst>
                <a:gd name="connsiteX0" fmla="*/ 133459 w 133459"/>
                <a:gd name="connsiteY0" fmla="*/ 38716 h 133731"/>
                <a:gd name="connsiteX1" fmla="*/ 133459 w 133459"/>
                <a:gd name="connsiteY1" fmla="*/ 94055 h 133731"/>
                <a:gd name="connsiteX2" fmla="*/ 132645 w 133459"/>
                <a:gd name="connsiteY2" fmla="*/ 101155 h 133731"/>
                <a:gd name="connsiteX3" fmla="*/ 125398 w 133459"/>
                <a:gd name="connsiteY3" fmla="*/ 119176 h 133731"/>
                <a:gd name="connsiteX4" fmla="*/ 96999 w 133459"/>
                <a:gd name="connsiteY4" fmla="*/ 133188 h 133731"/>
                <a:gd name="connsiteX5" fmla="*/ 88291 w 133459"/>
                <a:gd name="connsiteY5" fmla="*/ 133731 h 133731"/>
                <a:gd name="connsiteX6" fmla="*/ 45482 w 133459"/>
                <a:gd name="connsiteY6" fmla="*/ 133731 h 133731"/>
                <a:gd name="connsiteX7" fmla="*/ 43394 w 133459"/>
                <a:gd name="connsiteY7" fmla="*/ 133501 h 133731"/>
                <a:gd name="connsiteX8" fmla="*/ 29424 w 133459"/>
                <a:gd name="connsiteY8" fmla="*/ 132081 h 133731"/>
                <a:gd name="connsiteX9" fmla="*/ 1315 w 133459"/>
                <a:gd name="connsiteY9" fmla="*/ 102846 h 133731"/>
                <a:gd name="connsiteX10" fmla="*/ 84 w 133459"/>
                <a:gd name="connsiteY10" fmla="*/ 84407 h 133731"/>
                <a:gd name="connsiteX11" fmla="*/ 84 w 133459"/>
                <a:gd name="connsiteY11" fmla="*/ 49324 h 133731"/>
                <a:gd name="connsiteX12" fmla="*/ 1420 w 133459"/>
                <a:gd name="connsiteY12" fmla="*/ 30530 h 133731"/>
                <a:gd name="connsiteX13" fmla="*/ 5789 w 133459"/>
                <a:gd name="connsiteY13" fmla="*/ 17978 h 133731"/>
                <a:gd name="connsiteX14" fmla="*/ 14659 w 133459"/>
                <a:gd name="connsiteY14" fmla="*/ 8082 h 133731"/>
                <a:gd name="connsiteX15" fmla="*/ 36920 w 133459"/>
                <a:gd name="connsiteY15" fmla="*/ 543 h 133731"/>
                <a:gd name="connsiteX16" fmla="*/ 45482 w 133459"/>
                <a:gd name="connsiteY16" fmla="*/ 0 h 133731"/>
                <a:gd name="connsiteX17" fmla="*/ 88040 w 133459"/>
                <a:gd name="connsiteY17" fmla="*/ 0 h 133731"/>
                <a:gd name="connsiteX18" fmla="*/ 89711 w 133459"/>
                <a:gd name="connsiteY18" fmla="*/ 209 h 133731"/>
                <a:gd name="connsiteX19" fmla="*/ 102783 w 133459"/>
                <a:gd name="connsiteY19" fmla="*/ 1357 h 133731"/>
                <a:gd name="connsiteX20" fmla="*/ 123041 w 133459"/>
                <a:gd name="connsiteY20" fmla="*/ 11726 h 133731"/>
                <a:gd name="connsiteX21" fmla="*/ 132666 w 133459"/>
                <a:gd name="connsiteY21" fmla="*/ 32347 h 133731"/>
                <a:gd name="connsiteX22" fmla="*/ 133459 w 133459"/>
                <a:gd name="connsiteY22" fmla="*/ 38716 h 133731"/>
                <a:gd name="connsiteX23" fmla="*/ 66802 w 133459"/>
                <a:gd name="connsiteY23" fmla="*/ 121911 h 133731"/>
                <a:gd name="connsiteX24" fmla="*/ 66802 w 133459"/>
                <a:gd name="connsiteY24" fmla="*/ 121661 h 133731"/>
                <a:gd name="connsiteX25" fmla="*/ 81420 w 133459"/>
                <a:gd name="connsiteY25" fmla="*/ 121661 h 133731"/>
                <a:gd name="connsiteX26" fmla="*/ 101447 w 133459"/>
                <a:gd name="connsiteY26" fmla="*/ 120428 h 133731"/>
                <a:gd name="connsiteX27" fmla="*/ 113271 w 133459"/>
                <a:gd name="connsiteY27" fmla="*/ 114739 h 133731"/>
                <a:gd name="connsiteX28" fmla="*/ 119927 w 133459"/>
                <a:gd name="connsiteY28" fmla="*/ 103431 h 133731"/>
                <a:gd name="connsiteX29" fmla="*/ 121410 w 133459"/>
                <a:gd name="connsiteY29" fmla="*/ 90254 h 133731"/>
                <a:gd name="connsiteX30" fmla="*/ 121410 w 133459"/>
                <a:gd name="connsiteY30" fmla="*/ 49680 h 133731"/>
                <a:gd name="connsiteX31" fmla="*/ 120220 w 133459"/>
                <a:gd name="connsiteY31" fmla="*/ 32681 h 133731"/>
                <a:gd name="connsiteX32" fmla="*/ 114587 w 133459"/>
                <a:gd name="connsiteY32" fmla="*/ 20486 h 133731"/>
                <a:gd name="connsiteX33" fmla="*/ 102887 w 133459"/>
                <a:gd name="connsiteY33" fmla="*/ 13886 h 133731"/>
                <a:gd name="connsiteX34" fmla="*/ 86035 w 133459"/>
                <a:gd name="connsiteY34" fmla="*/ 12383 h 133731"/>
                <a:gd name="connsiteX35" fmla="*/ 52769 w 133459"/>
                <a:gd name="connsiteY35" fmla="*/ 12383 h 133731"/>
                <a:gd name="connsiteX36" fmla="*/ 32994 w 133459"/>
                <a:gd name="connsiteY36" fmla="*/ 13448 h 133731"/>
                <a:gd name="connsiteX37" fmla="*/ 13657 w 133459"/>
                <a:gd name="connsiteY37" fmla="*/ 31114 h 133731"/>
                <a:gd name="connsiteX38" fmla="*/ 12279 w 133459"/>
                <a:gd name="connsiteY38" fmla="*/ 45356 h 133731"/>
                <a:gd name="connsiteX39" fmla="*/ 12279 w 133459"/>
                <a:gd name="connsiteY39" fmla="*/ 88666 h 133731"/>
                <a:gd name="connsiteX40" fmla="*/ 13322 w 133459"/>
                <a:gd name="connsiteY40" fmla="*/ 101196 h 133731"/>
                <a:gd name="connsiteX41" fmla="*/ 16624 w 133459"/>
                <a:gd name="connsiteY41" fmla="*/ 110328 h 133731"/>
                <a:gd name="connsiteX42" fmla="*/ 23513 w 133459"/>
                <a:gd name="connsiteY42" fmla="*/ 117171 h 133731"/>
                <a:gd name="connsiteX43" fmla="*/ 38006 w 133459"/>
                <a:gd name="connsiteY43" fmla="*/ 121348 h 133731"/>
                <a:gd name="connsiteX44" fmla="*/ 66802 w 133459"/>
                <a:gd name="connsiteY44" fmla="*/ 121911 h 13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33459" h="133731">
                  <a:moveTo>
                    <a:pt x="133459" y="38716"/>
                  </a:moveTo>
                  <a:lnTo>
                    <a:pt x="133459" y="94055"/>
                  </a:lnTo>
                  <a:cubicBezTo>
                    <a:pt x="133188" y="96435"/>
                    <a:pt x="133000" y="98794"/>
                    <a:pt x="132645" y="101155"/>
                  </a:cubicBezTo>
                  <a:cubicBezTo>
                    <a:pt x="131862" y="107695"/>
                    <a:pt x="129362" y="113913"/>
                    <a:pt x="125398" y="119176"/>
                  </a:cubicBezTo>
                  <a:cubicBezTo>
                    <a:pt x="118216" y="128468"/>
                    <a:pt x="108338" y="132332"/>
                    <a:pt x="96999" y="133188"/>
                  </a:cubicBezTo>
                  <a:cubicBezTo>
                    <a:pt x="94096" y="133418"/>
                    <a:pt x="91193" y="133564"/>
                    <a:pt x="88291" y="133731"/>
                  </a:cubicBezTo>
                  <a:lnTo>
                    <a:pt x="45482" y="133731"/>
                  </a:lnTo>
                  <a:lnTo>
                    <a:pt x="43394" y="133501"/>
                  </a:lnTo>
                  <a:cubicBezTo>
                    <a:pt x="38714" y="133281"/>
                    <a:pt x="34051" y="132807"/>
                    <a:pt x="29424" y="132081"/>
                  </a:cubicBezTo>
                  <a:cubicBezTo>
                    <a:pt x="14116" y="128908"/>
                    <a:pt x="4093" y="118320"/>
                    <a:pt x="1315" y="102846"/>
                  </a:cubicBezTo>
                  <a:cubicBezTo>
                    <a:pt x="373" y="96746"/>
                    <a:pt x="-39" y="90577"/>
                    <a:pt x="84" y="84407"/>
                  </a:cubicBezTo>
                  <a:cubicBezTo>
                    <a:pt x="84" y="72713"/>
                    <a:pt x="-105" y="61018"/>
                    <a:pt x="84" y="49324"/>
                  </a:cubicBezTo>
                  <a:cubicBezTo>
                    <a:pt x="116" y="43037"/>
                    <a:pt x="562" y="36759"/>
                    <a:pt x="1420" y="30530"/>
                  </a:cubicBezTo>
                  <a:cubicBezTo>
                    <a:pt x="2032" y="26098"/>
                    <a:pt x="3516" y="21832"/>
                    <a:pt x="5789" y="17978"/>
                  </a:cubicBezTo>
                  <a:cubicBezTo>
                    <a:pt x="8062" y="14126"/>
                    <a:pt x="11077" y="10761"/>
                    <a:pt x="14659" y="8082"/>
                  </a:cubicBezTo>
                  <a:cubicBezTo>
                    <a:pt x="21164" y="3411"/>
                    <a:pt x="28915" y="786"/>
                    <a:pt x="36920" y="543"/>
                  </a:cubicBezTo>
                  <a:cubicBezTo>
                    <a:pt x="39781" y="334"/>
                    <a:pt x="42641" y="188"/>
                    <a:pt x="45482" y="0"/>
                  </a:cubicBezTo>
                  <a:lnTo>
                    <a:pt x="88040" y="0"/>
                  </a:lnTo>
                  <a:cubicBezTo>
                    <a:pt x="88604" y="0"/>
                    <a:pt x="89147" y="167"/>
                    <a:pt x="89711" y="209"/>
                  </a:cubicBezTo>
                  <a:cubicBezTo>
                    <a:pt x="94075" y="585"/>
                    <a:pt x="98461" y="689"/>
                    <a:pt x="102783" y="1357"/>
                  </a:cubicBezTo>
                  <a:cubicBezTo>
                    <a:pt x="110500" y="2465"/>
                    <a:pt x="117629" y="6113"/>
                    <a:pt x="123041" y="11726"/>
                  </a:cubicBezTo>
                  <a:cubicBezTo>
                    <a:pt x="128452" y="17338"/>
                    <a:pt x="131839" y="24595"/>
                    <a:pt x="132666" y="32347"/>
                  </a:cubicBezTo>
                  <a:cubicBezTo>
                    <a:pt x="132937" y="34519"/>
                    <a:pt x="133188" y="36627"/>
                    <a:pt x="133459" y="38716"/>
                  </a:cubicBezTo>
                  <a:close/>
                  <a:moveTo>
                    <a:pt x="66802" y="121911"/>
                  </a:moveTo>
                  <a:lnTo>
                    <a:pt x="66802" y="121661"/>
                  </a:lnTo>
                  <a:cubicBezTo>
                    <a:pt x="71668" y="121661"/>
                    <a:pt x="76555" y="121661"/>
                    <a:pt x="81420" y="121661"/>
                  </a:cubicBezTo>
                  <a:cubicBezTo>
                    <a:pt x="88118" y="121835"/>
                    <a:pt x="94820" y="121423"/>
                    <a:pt x="101447" y="120428"/>
                  </a:cubicBezTo>
                  <a:cubicBezTo>
                    <a:pt x="105865" y="119746"/>
                    <a:pt x="109981" y="117766"/>
                    <a:pt x="113271" y="114739"/>
                  </a:cubicBezTo>
                  <a:cubicBezTo>
                    <a:pt x="116562" y="111713"/>
                    <a:pt x="118878" y="107776"/>
                    <a:pt x="119927" y="103431"/>
                  </a:cubicBezTo>
                  <a:cubicBezTo>
                    <a:pt x="121004" y="99124"/>
                    <a:pt x="121502" y="94693"/>
                    <a:pt x="121410" y="90254"/>
                  </a:cubicBezTo>
                  <a:cubicBezTo>
                    <a:pt x="121556" y="76743"/>
                    <a:pt x="121640" y="63211"/>
                    <a:pt x="121410" y="49680"/>
                  </a:cubicBezTo>
                  <a:cubicBezTo>
                    <a:pt x="121454" y="43991"/>
                    <a:pt x="121056" y="38308"/>
                    <a:pt x="120220" y="32681"/>
                  </a:cubicBezTo>
                  <a:cubicBezTo>
                    <a:pt x="119668" y="28125"/>
                    <a:pt x="117697" y="23859"/>
                    <a:pt x="114587" y="20486"/>
                  </a:cubicBezTo>
                  <a:cubicBezTo>
                    <a:pt x="111477" y="17114"/>
                    <a:pt x="107383" y="14805"/>
                    <a:pt x="102887" y="13886"/>
                  </a:cubicBezTo>
                  <a:cubicBezTo>
                    <a:pt x="97353" y="12700"/>
                    <a:pt x="91693" y="12194"/>
                    <a:pt x="86035" y="12383"/>
                  </a:cubicBezTo>
                  <a:cubicBezTo>
                    <a:pt x="74946" y="12258"/>
                    <a:pt x="63858" y="12383"/>
                    <a:pt x="52769" y="12383"/>
                  </a:cubicBezTo>
                  <a:cubicBezTo>
                    <a:pt x="46159" y="12152"/>
                    <a:pt x="39541" y="12508"/>
                    <a:pt x="32994" y="13448"/>
                  </a:cubicBezTo>
                  <a:cubicBezTo>
                    <a:pt x="22886" y="15265"/>
                    <a:pt x="16289" y="21007"/>
                    <a:pt x="13657" y="31114"/>
                  </a:cubicBezTo>
                  <a:cubicBezTo>
                    <a:pt x="12604" y="35785"/>
                    <a:pt x="12141" y="40571"/>
                    <a:pt x="12279" y="45356"/>
                  </a:cubicBezTo>
                  <a:cubicBezTo>
                    <a:pt x="12181" y="59779"/>
                    <a:pt x="12181" y="74216"/>
                    <a:pt x="12279" y="88666"/>
                  </a:cubicBezTo>
                  <a:cubicBezTo>
                    <a:pt x="12320" y="92863"/>
                    <a:pt x="12670" y="97050"/>
                    <a:pt x="13322" y="101196"/>
                  </a:cubicBezTo>
                  <a:cubicBezTo>
                    <a:pt x="13735" y="104446"/>
                    <a:pt x="14862" y="107566"/>
                    <a:pt x="16624" y="110328"/>
                  </a:cubicBezTo>
                  <a:cubicBezTo>
                    <a:pt x="18386" y="113090"/>
                    <a:pt x="20740" y="115428"/>
                    <a:pt x="23513" y="117171"/>
                  </a:cubicBezTo>
                  <a:cubicBezTo>
                    <a:pt x="27885" y="119832"/>
                    <a:pt x="32889" y="121274"/>
                    <a:pt x="38006" y="121348"/>
                  </a:cubicBezTo>
                  <a:cubicBezTo>
                    <a:pt x="47674" y="121661"/>
                    <a:pt x="57238" y="121661"/>
                    <a:pt x="66802" y="121911"/>
                  </a:cubicBez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37CA5BC-F1FB-1424-8E33-8CB1EF5E1366}"/>
                </a:ext>
              </a:extLst>
            </p:cNvPr>
            <p:cNvSpPr/>
            <p:nvPr/>
          </p:nvSpPr>
          <p:spPr>
            <a:xfrm>
              <a:off x="6331164" y="7347918"/>
              <a:ext cx="68787" cy="68786"/>
            </a:xfrm>
            <a:custGeom>
              <a:avLst/>
              <a:gdLst>
                <a:gd name="connsiteX0" fmla="*/ 68787 w 68787"/>
                <a:gd name="connsiteY0" fmla="*/ 34372 h 68786"/>
                <a:gd name="connsiteX1" fmla="*/ 62996 w 68787"/>
                <a:gd name="connsiteY1" fmla="*/ 53492 h 68786"/>
                <a:gd name="connsiteX2" fmla="*/ 47555 w 68787"/>
                <a:gd name="connsiteY2" fmla="*/ 66168 h 68786"/>
                <a:gd name="connsiteX3" fmla="*/ 27673 w 68787"/>
                <a:gd name="connsiteY3" fmla="*/ 68124 h 68786"/>
                <a:gd name="connsiteX4" fmla="*/ 10059 w 68787"/>
                <a:gd name="connsiteY4" fmla="*/ 58698 h 68786"/>
                <a:gd name="connsiteX5" fmla="*/ 655 w 68787"/>
                <a:gd name="connsiteY5" fmla="*/ 41072 h 68786"/>
                <a:gd name="connsiteX6" fmla="*/ 2634 w 68787"/>
                <a:gd name="connsiteY6" fmla="*/ 21193 h 68786"/>
                <a:gd name="connsiteX7" fmla="*/ 15329 w 68787"/>
                <a:gd name="connsiteY7" fmla="*/ 5767 h 68786"/>
                <a:gd name="connsiteX8" fmla="*/ 34456 w 68787"/>
                <a:gd name="connsiteY8" fmla="*/ 0 h 68786"/>
                <a:gd name="connsiteX9" fmla="*/ 58704 w 68787"/>
                <a:gd name="connsiteY9" fmla="*/ 10113 h 68786"/>
                <a:gd name="connsiteX10" fmla="*/ 68787 w 68787"/>
                <a:gd name="connsiteY10" fmla="*/ 34372 h 68786"/>
                <a:gd name="connsiteX11" fmla="*/ 12195 w 68787"/>
                <a:gd name="connsiteY11" fmla="*/ 34372 h 68786"/>
                <a:gd name="connsiteX12" fmla="*/ 15910 w 68787"/>
                <a:gd name="connsiteY12" fmla="*/ 46713 h 68786"/>
                <a:gd name="connsiteX13" fmla="*/ 25849 w 68787"/>
                <a:gd name="connsiteY13" fmla="*/ 54915 h 68786"/>
                <a:gd name="connsiteX14" fmla="*/ 38670 w 68787"/>
                <a:gd name="connsiteY14" fmla="*/ 56221 h 68786"/>
                <a:gd name="connsiteX15" fmla="*/ 50059 w 68787"/>
                <a:gd name="connsiteY15" fmla="*/ 50191 h 68786"/>
                <a:gd name="connsiteX16" fmla="*/ 56185 w 68787"/>
                <a:gd name="connsiteY16" fmla="*/ 38853 h 68786"/>
                <a:gd name="connsiteX17" fmla="*/ 54987 w 68787"/>
                <a:gd name="connsiteY17" fmla="*/ 26021 h 68786"/>
                <a:gd name="connsiteX18" fmla="*/ 46869 w 68787"/>
                <a:gd name="connsiteY18" fmla="*/ 16013 h 68786"/>
                <a:gd name="connsiteX19" fmla="*/ 34560 w 68787"/>
                <a:gd name="connsiteY19" fmla="*/ 12195 h 68786"/>
                <a:gd name="connsiteX20" fmla="*/ 26023 w 68787"/>
                <a:gd name="connsiteY20" fmla="*/ 13820 h 68786"/>
                <a:gd name="connsiteX21" fmla="*/ 18766 w 68787"/>
                <a:gd name="connsiteY21" fmla="*/ 18603 h 68786"/>
                <a:gd name="connsiteX22" fmla="*/ 13908 w 68787"/>
                <a:gd name="connsiteY22" fmla="*/ 25810 h 68786"/>
                <a:gd name="connsiteX23" fmla="*/ 12195 w 68787"/>
                <a:gd name="connsiteY23" fmla="*/ 34330 h 68786"/>
                <a:gd name="connsiteX24" fmla="*/ 12195 w 68787"/>
                <a:gd name="connsiteY24" fmla="*/ 34372 h 6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8787" h="68786">
                  <a:moveTo>
                    <a:pt x="68787" y="34372"/>
                  </a:moveTo>
                  <a:cubicBezTo>
                    <a:pt x="68791" y="41179"/>
                    <a:pt x="66776" y="47833"/>
                    <a:pt x="62996" y="53492"/>
                  </a:cubicBezTo>
                  <a:cubicBezTo>
                    <a:pt x="59216" y="59152"/>
                    <a:pt x="53843" y="63564"/>
                    <a:pt x="47555" y="66168"/>
                  </a:cubicBezTo>
                  <a:cubicBezTo>
                    <a:pt x="41268" y="68772"/>
                    <a:pt x="34348" y="69453"/>
                    <a:pt x="27673" y="68124"/>
                  </a:cubicBezTo>
                  <a:cubicBezTo>
                    <a:pt x="20998" y="66794"/>
                    <a:pt x="14868" y="63514"/>
                    <a:pt x="10059" y="58698"/>
                  </a:cubicBezTo>
                  <a:cubicBezTo>
                    <a:pt x="5250" y="53883"/>
                    <a:pt x="1977" y="47749"/>
                    <a:pt x="655" y="41072"/>
                  </a:cubicBezTo>
                  <a:cubicBezTo>
                    <a:pt x="-667" y="34396"/>
                    <a:pt x="22" y="27478"/>
                    <a:pt x="2634" y="21193"/>
                  </a:cubicBezTo>
                  <a:cubicBezTo>
                    <a:pt x="5246" y="14908"/>
                    <a:pt x="9665" y="9539"/>
                    <a:pt x="15329" y="5767"/>
                  </a:cubicBezTo>
                  <a:cubicBezTo>
                    <a:pt x="20994" y="1995"/>
                    <a:pt x="27651" y="-12"/>
                    <a:pt x="34456" y="0"/>
                  </a:cubicBezTo>
                  <a:cubicBezTo>
                    <a:pt x="43556" y="38"/>
                    <a:pt x="52273" y="3674"/>
                    <a:pt x="58704" y="10113"/>
                  </a:cubicBezTo>
                  <a:cubicBezTo>
                    <a:pt x="65134" y="16552"/>
                    <a:pt x="68760" y="25272"/>
                    <a:pt x="68787" y="34372"/>
                  </a:cubicBezTo>
                  <a:close/>
                  <a:moveTo>
                    <a:pt x="12195" y="34372"/>
                  </a:moveTo>
                  <a:cubicBezTo>
                    <a:pt x="12188" y="38762"/>
                    <a:pt x="13479" y="43056"/>
                    <a:pt x="15910" y="46713"/>
                  </a:cubicBezTo>
                  <a:cubicBezTo>
                    <a:pt x="18340" y="50368"/>
                    <a:pt x="21798" y="53223"/>
                    <a:pt x="25849" y="54915"/>
                  </a:cubicBezTo>
                  <a:cubicBezTo>
                    <a:pt x="29899" y="56607"/>
                    <a:pt x="34361" y="57061"/>
                    <a:pt x="38670" y="56221"/>
                  </a:cubicBezTo>
                  <a:cubicBezTo>
                    <a:pt x="42978" y="55380"/>
                    <a:pt x="46942" y="53282"/>
                    <a:pt x="50059" y="50191"/>
                  </a:cubicBezTo>
                  <a:cubicBezTo>
                    <a:pt x="53177" y="47099"/>
                    <a:pt x="55308" y="43154"/>
                    <a:pt x="56185" y="38853"/>
                  </a:cubicBezTo>
                  <a:cubicBezTo>
                    <a:pt x="57062" y="34551"/>
                    <a:pt x="56646" y="30087"/>
                    <a:pt x="54987" y="26021"/>
                  </a:cubicBezTo>
                  <a:cubicBezTo>
                    <a:pt x="53329" y="21957"/>
                    <a:pt x="50504" y="18475"/>
                    <a:pt x="46869" y="16013"/>
                  </a:cubicBezTo>
                  <a:cubicBezTo>
                    <a:pt x="43234" y="13553"/>
                    <a:pt x="38950" y="12224"/>
                    <a:pt x="34560" y="12195"/>
                  </a:cubicBezTo>
                  <a:cubicBezTo>
                    <a:pt x="31635" y="12167"/>
                    <a:pt x="28734" y="12720"/>
                    <a:pt x="26023" y="13820"/>
                  </a:cubicBezTo>
                  <a:cubicBezTo>
                    <a:pt x="23311" y="14919"/>
                    <a:pt x="20845" y="16545"/>
                    <a:pt x="18766" y="18603"/>
                  </a:cubicBezTo>
                  <a:cubicBezTo>
                    <a:pt x="16686" y="20661"/>
                    <a:pt x="15036" y="23111"/>
                    <a:pt x="13908" y="25810"/>
                  </a:cubicBezTo>
                  <a:cubicBezTo>
                    <a:pt x="12780" y="28509"/>
                    <a:pt x="12198" y="31405"/>
                    <a:pt x="12195" y="34330"/>
                  </a:cubicBezTo>
                  <a:lnTo>
                    <a:pt x="12195" y="34372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E8B030C-E0EA-4B51-C1DD-59C2F01F0482}"/>
                </a:ext>
              </a:extLst>
            </p:cNvPr>
            <p:cNvSpPr/>
            <p:nvPr/>
          </p:nvSpPr>
          <p:spPr>
            <a:xfrm>
              <a:off x="6393226" y="7338560"/>
              <a:ext cx="16037" cy="16038"/>
            </a:xfrm>
            <a:custGeom>
              <a:avLst/>
              <a:gdLst>
                <a:gd name="connsiteX0" fmla="*/ 8019 w 16037"/>
                <a:gd name="connsiteY0" fmla="*/ 16038 h 16038"/>
                <a:gd name="connsiteX1" fmla="*/ 2349 w 16037"/>
                <a:gd name="connsiteY1" fmla="*/ 13689 h 16038"/>
                <a:gd name="connsiteX2" fmla="*/ 0 w 16037"/>
                <a:gd name="connsiteY2" fmla="*/ 8019 h 16038"/>
                <a:gd name="connsiteX3" fmla="*/ 2349 w 16037"/>
                <a:gd name="connsiteY3" fmla="*/ 2349 h 16038"/>
                <a:gd name="connsiteX4" fmla="*/ 8019 w 16037"/>
                <a:gd name="connsiteY4" fmla="*/ 0 h 16038"/>
                <a:gd name="connsiteX5" fmla="*/ 13689 w 16037"/>
                <a:gd name="connsiteY5" fmla="*/ 2349 h 16038"/>
                <a:gd name="connsiteX6" fmla="*/ 16037 w 16037"/>
                <a:gd name="connsiteY6" fmla="*/ 8019 h 16038"/>
                <a:gd name="connsiteX7" fmla="*/ 13689 w 16037"/>
                <a:gd name="connsiteY7" fmla="*/ 13689 h 16038"/>
                <a:gd name="connsiteX8" fmla="*/ 8019 w 16037"/>
                <a:gd name="connsiteY8" fmla="*/ 16038 h 16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37" h="16038">
                  <a:moveTo>
                    <a:pt x="8019" y="16038"/>
                  </a:moveTo>
                  <a:cubicBezTo>
                    <a:pt x="5892" y="16038"/>
                    <a:pt x="3852" y="15193"/>
                    <a:pt x="2349" y="13689"/>
                  </a:cubicBezTo>
                  <a:cubicBezTo>
                    <a:pt x="845" y="12185"/>
                    <a:pt x="0" y="10146"/>
                    <a:pt x="0" y="8019"/>
                  </a:cubicBezTo>
                  <a:cubicBezTo>
                    <a:pt x="0" y="5892"/>
                    <a:pt x="845" y="3853"/>
                    <a:pt x="2349" y="2349"/>
                  </a:cubicBezTo>
                  <a:cubicBezTo>
                    <a:pt x="3852" y="845"/>
                    <a:pt x="5892" y="0"/>
                    <a:pt x="8019" y="0"/>
                  </a:cubicBezTo>
                  <a:cubicBezTo>
                    <a:pt x="10145" y="0"/>
                    <a:pt x="12185" y="845"/>
                    <a:pt x="13689" y="2349"/>
                  </a:cubicBezTo>
                  <a:cubicBezTo>
                    <a:pt x="15192" y="3853"/>
                    <a:pt x="16037" y="5892"/>
                    <a:pt x="16037" y="8019"/>
                  </a:cubicBezTo>
                  <a:cubicBezTo>
                    <a:pt x="16037" y="10146"/>
                    <a:pt x="15192" y="12185"/>
                    <a:pt x="13689" y="13689"/>
                  </a:cubicBezTo>
                  <a:cubicBezTo>
                    <a:pt x="12185" y="15193"/>
                    <a:pt x="10145" y="16038"/>
                    <a:pt x="8019" y="16038"/>
                  </a:cubicBez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AFBED5F-A2EB-6655-6969-EC1EE0BACAE4}"/>
                </a:ext>
              </a:extLst>
            </p:cNvPr>
            <p:cNvSpPr/>
            <p:nvPr/>
          </p:nvSpPr>
          <p:spPr>
            <a:xfrm>
              <a:off x="7034577" y="7224873"/>
              <a:ext cx="323850" cy="323850"/>
            </a:xfrm>
            <a:custGeom>
              <a:avLst/>
              <a:gdLst>
                <a:gd name="connsiteX0" fmla="*/ 323850 w 323850"/>
                <a:gd name="connsiteY0" fmla="*/ 161925 h 323850"/>
                <a:gd name="connsiteX1" fmla="*/ 161925 w 323850"/>
                <a:gd name="connsiteY1" fmla="*/ 323850 h 323850"/>
                <a:gd name="connsiteX2" fmla="*/ 0 w 323850"/>
                <a:gd name="connsiteY2" fmla="*/ 161925 h 323850"/>
                <a:gd name="connsiteX3" fmla="*/ 161925 w 323850"/>
                <a:gd name="connsiteY3" fmla="*/ 0 h 323850"/>
                <a:gd name="connsiteX4" fmla="*/ 323850 w 323850"/>
                <a:gd name="connsiteY4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323850" y="161925"/>
                  </a:moveTo>
                  <a:cubicBezTo>
                    <a:pt x="323850" y="251354"/>
                    <a:pt x="251354" y="323850"/>
                    <a:pt x="161925" y="323850"/>
                  </a:cubicBezTo>
                  <a:cubicBezTo>
                    <a:pt x="72496" y="323850"/>
                    <a:pt x="0" y="251354"/>
                    <a:pt x="0" y="161925"/>
                  </a:cubicBezTo>
                  <a:cubicBezTo>
                    <a:pt x="0" y="72496"/>
                    <a:pt x="72496" y="0"/>
                    <a:pt x="161925" y="0"/>
                  </a:cubicBezTo>
                  <a:cubicBezTo>
                    <a:pt x="251354" y="0"/>
                    <a:pt x="323850" y="72496"/>
                    <a:pt x="323850" y="161925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FC7122-B617-8147-45F7-6CE4F279EF40}"/>
                </a:ext>
              </a:extLst>
            </p:cNvPr>
            <p:cNvSpPr/>
            <p:nvPr/>
          </p:nvSpPr>
          <p:spPr>
            <a:xfrm>
              <a:off x="7181377" y="7366539"/>
              <a:ext cx="85477" cy="90655"/>
            </a:xfrm>
            <a:custGeom>
              <a:avLst/>
              <a:gdLst>
                <a:gd name="connsiteX0" fmla="*/ 0 w 85477"/>
                <a:gd name="connsiteY0" fmla="*/ 90656 h 90655"/>
                <a:gd name="connsiteX1" fmla="*/ 0 w 85477"/>
                <a:gd name="connsiteY1" fmla="*/ 2381 h 90655"/>
                <a:gd name="connsiteX2" fmla="*/ 26276 w 85477"/>
                <a:gd name="connsiteY2" fmla="*/ 2381 h 90655"/>
                <a:gd name="connsiteX3" fmla="*/ 26276 w 85477"/>
                <a:gd name="connsiteY3" fmla="*/ 14160 h 90655"/>
                <a:gd name="connsiteX4" fmla="*/ 26767 w 85477"/>
                <a:gd name="connsiteY4" fmla="*/ 14524 h 90655"/>
                <a:gd name="connsiteX5" fmla="*/ 27066 w 85477"/>
                <a:gd name="connsiteY5" fmla="*/ 13734 h 90655"/>
                <a:gd name="connsiteX6" fmla="*/ 35829 w 85477"/>
                <a:gd name="connsiteY6" fmla="*/ 4670 h 90655"/>
                <a:gd name="connsiteX7" fmla="*/ 47718 w 85477"/>
                <a:gd name="connsiteY7" fmla="*/ 478 h 90655"/>
                <a:gd name="connsiteX8" fmla="*/ 68478 w 85477"/>
                <a:gd name="connsiteY8" fmla="*/ 2872 h 90655"/>
                <a:gd name="connsiteX9" fmla="*/ 82930 w 85477"/>
                <a:gd name="connsiteY9" fmla="*/ 19848 h 90655"/>
                <a:gd name="connsiteX10" fmla="*/ 85474 w 85477"/>
                <a:gd name="connsiteY10" fmla="*/ 38447 h 90655"/>
                <a:gd name="connsiteX11" fmla="*/ 85474 w 85477"/>
                <a:gd name="connsiteY11" fmla="*/ 90635 h 90655"/>
                <a:gd name="connsiteX12" fmla="*/ 58130 w 85477"/>
                <a:gd name="connsiteY12" fmla="*/ 90635 h 90655"/>
                <a:gd name="connsiteX13" fmla="*/ 58130 w 85477"/>
                <a:gd name="connsiteY13" fmla="*/ 48282 h 90655"/>
                <a:gd name="connsiteX14" fmla="*/ 57340 w 85477"/>
                <a:gd name="connsiteY14" fmla="*/ 36203 h 90655"/>
                <a:gd name="connsiteX15" fmla="*/ 45431 w 85477"/>
                <a:gd name="connsiteY15" fmla="*/ 24359 h 90655"/>
                <a:gd name="connsiteX16" fmla="*/ 28648 w 85477"/>
                <a:gd name="connsiteY16" fmla="*/ 35626 h 90655"/>
                <a:gd name="connsiteX17" fmla="*/ 27451 w 85477"/>
                <a:gd name="connsiteY17" fmla="*/ 47512 h 90655"/>
                <a:gd name="connsiteX18" fmla="*/ 27451 w 85477"/>
                <a:gd name="connsiteY18" fmla="*/ 90635 h 90655"/>
                <a:gd name="connsiteX19" fmla="*/ 0 w 85477"/>
                <a:gd name="connsiteY19" fmla="*/ 90656 h 9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477" h="90655">
                  <a:moveTo>
                    <a:pt x="0" y="90656"/>
                  </a:moveTo>
                  <a:lnTo>
                    <a:pt x="0" y="2381"/>
                  </a:lnTo>
                  <a:lnTo>
                    <a:pt x="26276" y="2381"/>
                  </a:lnTo>
                  <a:lnTo>
                    <a:pt x="26276" y="14160"/>
                  </a:lnTo>
                  <a:lnTo>
                    <a:pt x="26767" y="14524"/>
                  </a:lnTo>
                  <a:cubicBezTo>
                    <a:pt x="26844" y="14253"/>
                    <a:pt x="26944" y="13988"/>
                    <a:pt x="27066" y="13734"/>
                  </a:cubicBezTo>
                  <a:cubicBezTo>
                    <a:pt x="29245" y="10073"/>
                    <a:pt x="32244" y="6970"/>
                    <a:pt x="35829" y="4670"/>
                  </a:cubicBezTo>
                  <a:cubicBezTo>
                    <a:pt x="39413" y="2368"/>
                    <a:pt x="43484" y="934"/>
                    <a:pt x="47718" y="478"/>
                  </a:cubicBezTo>
                  <a:cubicBezTo>
                    <a:pt x="54727" y="-630"/>
                    <a:pt x="61906" y="198"/>
                    <a:pt x="68478" y="2872"/>
                  </a:cubicBezTo>
                  <a:cubicBezTo>
                    <a:pt x="76153" y="6058"/>
                    <a:pt x="80557" y="12109"/>
                    <a:pt x="82930" y="19848"/>
                  </a:cubicBezTo>
                  <a:cubicBezTo>
                    <a:pt x="84680" y="25890"/>
                    <a:pt x="85537" y="32157"/>
                    <a:pt x="85474" y="38447"/>
                  </a:cubicBezTo>
                  <a:cubicBezTo>
                    <a:pt x="85474" y="55850"/>
                    <a:pt x="85474" y="73253"/>
                    <a:pt x="85474" y="90635"/>
                  </a:cubicBezTo>
                  <a:lnTo>
                    <a:pt x="58130" y="90635"/>
                  </a:lnTo>
                  <a:cubicBezTo>
                    <a:pt x="58130" y="76524"/>
                    <a:pt x="58130" y="62414"/>
                    <a:pt x="58130" y="48282"/>
                  </a:cubicBezTo>
                  <a:cubicBezTo>
                    <a:pt x="58144" y="44242"/>
                    <a:pt x="57880" y="40206"/>
                    <a:pt x="57340" y="36203"/>
                  </a:cubicBezTo>
                  <a:cubicBezTo>
                    <a:pt x="56527" y="30601"/>
                    <a:pt x="53876" y="24936"/>
                    <a:pt x="45431" y="24359"/>
                  </a:cubicBezTo>
                  <a:cubicBezTo>
                    <a:pt x="36987" y="23781"/>
                    <a:pt x="30936" y="26774"/>
                    <a:pt x="28648" y="35626"/>
                  </a:cubicBezTo>
                  <a:cubicBezTo>
                    <a:pt x="27759" y="39522"/>
                    <a:pt x="27357" y="43515"/>
                    <a:pt x="27451" y="47512"/>
                  </a:cubicBezTo>
                  <a:cubicBezTo>
                    <a:pt x="27451" y="61908"/>
                    <a:pt x="27451" y="76281"/>
                    <a:pt x="27451" y="90635"/>
                  </a:cubicBezTo>
                  <a:lnTo>
                    <a:pt x="0" y="90656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DFBC8FA-16AA-3737-85A3-FB4F1983C908}"/>
                </a:ext>
              </a:extLst>
            </p:cNvPr>
            <p:cNvSpPr/>
            <p:nvPr/>
          </p:nvSpPr>
          <p:spPr>
            <a:xfrm>
              <a:off x="7136729" y="7368958"/>
              <a:ext cx="27536" cy="88252"/>
            </a:xfrm>
            <a:custGeom>
              <a:avLst/>
              <a:gdLst>
                <a:gd name="connsiteX0" fmla="*/ 0 w 27536"/>
                <a:gd name="connsiteY0" fmla="*/ 88253 h 88252"/>
                <a:gd name="connsiteX1" fmla="*/ 0 w 27536"/>
                <a:gd name="connsiteY1" fmla="*/ 86585 h 88252"/>
                <a:gd name="connsiteX2" fmla="*/ 0 w 27536"/>
                <a:gd name="connsiteY2" fmla="*/ 0 h 88252"/>
                <a:gd name="connsiteX3" fmla="*/ 27537 w 27536"/>
                <a:gd name="connsiteY3" fmla="*/ 0 h 88252"/>
                <a:gd name="connsiteX4" fmla="*/ 27537 w 27536"/>
                <a:gd name="connsiteY4" fmla="*/ 86585 h 88252"/>
                <a:gd name="connsiteX5" fmla="*/ 27537 w 27536"/>
                <a:gd name="connsiteY5" fmla="*/ 88253 h 88252"/>
                <a:gd name="connsiteX6" fmla="*/ 0 w 27536"/>
                <a:gd name="connsiteY6" fmla="*/ 88253 h 8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36" h="88252">
                  <a:moveTo>
                    <a:pt x="0" y="88253"/>
                  </a:moveTo>
                  <a:cubicBezTo>
                    <a:pt x="0" y="87698"/>
                    <a:pt x="0" y="87141"/>
                    <a:pt x="0" y="86585"/>
                  </a:cubicBezTo>
                  <a:lnTo>
                    <a:pt x="0" y="0"/>
                  </a:lnTo>
                  <a:lnTo>
                    <a:pt x="27537" y="0"/>
                  </a:lnTo>
                  <a:lnTo>
                    <a:pt x="27537" y="86585"/>
                  </a:lnTo>
                  <a:cubicBezTo>
                    <a:pt x="27537" y="87141"/>
                    <a:pt x="27537" y="87698"/>
                    <a:pt x="27537" y="88253"/>
                  </a:cubicBezTo>
                  <a:lnTo>
                    <a:pt x="0" y="88253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3BDCE79-03DB-9E43-E3FC-EA53D061ECE2}"/>
                </a:ext>
              </a:extLst>
            </p:cNvPr>
            <p:cNvSpPr/>
            <p:nvPr/>
          </p:nvSpPr>
          <p:spPr>
            <a:xfrm>
              <a:off x="7134590" y="7324885"/>
              <a:ext cx="31807" cy="32066"/>
            </a:xfrm>
            <a:custGeom>
              <a:avLst/>
              <a:gdLst>
                <a:gd name="connsiteX0" fmla="*/ 0 w 31807"/>
                <a:gd name="connsiteY0" fmla="*/ 13730 h 32066"/>
                <a:gd name="connsiteX1" fmla="*/ 2373 w 31807"/>
                <a:gd name="connsiteY1" fmla="*/ 7658 h 32066"/>
                <a:gd name="connsiteX2" fmla="*/ 10276 w 31807"/>
                <a:gd name="connsiteY2" fmla="*/ 1025 h 32066"/>
                <a:gd name="connsiteX3" fmla="*/ 20588 w 31807"/>
                <a:gd name="connsiteY3" fmla="*/ 732 h 32066"/>
                <a:gd name="connsiteX4" fmla="*/ 29098 w 31807"/>
                <a:gd name="connsiteY4" fmla="*/ 7070 h 32066"/>
                <a:gd name="connsiteX5" fmla="*/ 31748 w 31807"/>
                <a:gd name="connsiteY5" fmla="*/ 17343 h 32066"/>
                <a:gd name="connsiteX6" fmla="*/ 27616 w 31807"/>
                <a:gd name="connsiteY6" fmla="*/ 26800 h 32066"/>
                <a:gd name="connsiteX7" fmla="*/ 18621 w 31807"/>
                <a:gd name="connsiteY7" fmla="*/ 31860 h 32066"/>
                <a:gd name="connsiteX8" fmla="*/ 6869 w 31807"/>
                <a:gd name="connsiteY8" fmla="*/ 29187 h 32066"/>
                <a:gd name="connsiteX9" fmla="*/ 278 w 31807"/>
                <a:gd name="connsiteY9" fmla="*/ 19097 h 32066"/>
                <a:gd name="connsiteX10" fmla="*/ 0 w 31807"/>
                <a:gd name="connsiteY10" fmla="*/ 18113 h 32066"/>
                <a:gd name="connsiteX11" fmla="*/ 0 w 31807"/>
                <a:gd name="connsiteY11" fmla="*/ 13730 h 3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7" h="32066">
                  <a:moveTo>
                    <a:pt x="0" y="13730"/>
                  </a:moveTo>
                  <a:cubicBezTo>
                    <a:pt x="631" y="11647"/>
                    <a:pt x="1425" y="9617"/>
                    <a:pt x="2373" y="7658"/>
                  </a:cubicBezTo>
                  <a:cubicBezTo>
                    <a:pt x="4184" y="4620"/>
                    <a:pt x="6968" y="2282"/>
                    <a:pt x="10276" y="1025"/>
                  </a:cubicBezTo>
                  <a:cubicBezTo>
                    <a:pt x="13582" y="-232"/>
                    <a:pt x="17215" y="-336"/>
                    <a:pt x="20588" y="732"/>
                  </a:cubicBezTo>
                  <a:cubicBezTo>
                    <a:pt x="24065" y="1811"/>
                    <a:pt x="27068" y="4047"/>
                    <a:pt x="29098" y="7070"/>
                  </a:cubicBezTo>
                  <a:cubicBezTo>
                    <a:pt x="31128" y="10091"/>
                    <a:pt x="32063" y="13716"/>
                    <a:pt x="31748" y="17343"/>
                  </a:cubicBezTo>
                  <a:cubicBezTo>
                    <a:pt x="31435" y="20861"/>
                    <a:pt x="29984" y="24180"/>
                    <a:pt x="27616" y="26800"/>
                  </a:cubicBezTo>
                  <a:cubicBezTo>
                    <a:pt x="25247" y="29419"/>
                    <a:pt x="22089" y="31195"/>
                    <a:pt x="18621" y="31860"/>
                  </a:cubicBezTo>
                  <a:cubicBezTo>
                    <a:pt x="14506" y="32526"/>
                    <a:pt x="10292" y="31568"/>
                    <a:pt x="6869" y="29187"/>
                  </a:cubicBezTo>
                  <a:cubicBezTo>
                    <a:pt x="3447" y="26804"/>
                    <a:pt x="1084" y="23187"/>
                    <a:pt x="278" y="19097"/>
                  </a:cubicBezTo>
                  <a:cubicBezTo>
                    <a:pt x="278" y="18754"/>
                    <a:pt x="86" y="18434"/>
                    <a:pt x="0" y="18113"/>
                  </a:cubicBezTo>
                  <a:lnTo>
                    <a:pt x="0" y="13730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6B35B0A-764E-CE9A-4F79-E759DB9E18F6}"/>
                </a:ext>
              </a:extLst>
            </p:cNvPr>
            <p:cNvSpPr/>
            <p:nvPr/>
          </p:nvSpPr>
          <p:spPr>
            <a:xfrm>
              <a:off x="5795004" y="7224874"/>
              <a:ext cx="323850" cy="323850"/>
            </a:xfrm>
            <a:custGeom>
              <a:avLst/>
              <a:gdLst>
                <a:gd name="connsiteX0" fmla="*/ 161925 w 323850"/>
                <a:gd name="connsiteY0" fmla="*/ 323850 h 323850"/>
                <a:gd name="connsiteX1" fmla="*/ 323850 w 323850"/>
                <a:gd name="connsiteY1" fmla="*/ 161925 h 323850"/>
                <a:gd name="connsiteX2" fmla="*/ 161925 w 323850"/>
                <a:gd name="connsiteY2" fmla="*/ 0 h 323850"/>
                <a:gd name="connsiteX3" fmla="*/ 0 w 323850"/>
                <a:gd name="connsiteY3" fmla="*/ 161925 h 323850"/>
                <a:gd name="connsiteX4" fmla="*/ 161925 w 323850"/>
                <a:gd name="connsiteY4" fmla="*/ 32385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3" y="323850"/>
                    <a:pt x="323850" y="251353"/>
                    <a:pt x="323850" y="161925"/>
                  </a:cubicBezTo>
                  <a:cubicBezTo>
                    <a:pt x="323850" y="72496"/>
                    <a:pt x="251353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3"/>
                    <a:pt x="72496" y="323850"/>
                    <a:pt x="161925" y="3238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936D241-E965-7658-9BB4-E95312009F88}"/>
                </a:ext>
              </a:extLst>
            </p:cNvPr>
            <p:cNvSpPr/>
            <p:nvPr/>
          </p:nvSpPr>
          <p:spPr>
            <a:xfrm>
              <a:off x="5894942" y="7336067"/>
              <a:ext cx="142930" cy="117048"/>
            </a:xfrm>
            <a:custGeom>
              <a:avLst/>
              <a:gdLst>
                <a:gd name="connsiteX0" fmla="*/ 0 w 142930"/>
                <a:gd name="connsiteY0" fmla="*/ 103730 h 117048"/>
                <a:gd name="connsiteX1" fmla="*/ 42887 w 142930"/>
                <a:gd name="connsiteY1" fmla="*/ 91616 h 117048"/>
                <a:gd name="connsiteX2" fmla="*/ 15537 w 142930"/>
                <a:gd name="connsiteY2" fmla="*/ 71006 h 117048"/>
                <a:gd name="connsiteX3" fmla="*/ 27977 w 142930"/>
                <a:gd name="connsiteY3" fmla="*/ 71006 h 117048"/>
                <a:gd name="connsiteX4" fmla="*/ 28136 w 142930"/>
                <a:gd name="connsiteY4" fmla="*/ 70372 h 117048"/>
                <a:gd name="connsiteX5" fmla="*/ 11796 w 142930"/>
                <a:gd name="connsiteY5" fmla="*/ 59784 h 117048"/>
                <a:gd name="connsiteX6" fmla="*/ 5373 w 142930"/>
                <a:gd name="connsiteY6" fmla="*/ 41644 h 117048"/>
                <a:gd name="connsiteX7" fmla="*/ 17777 w 142930"/>
                <a:gd name="connsiteY7" fmla="*/ 45173 h 117048"/>
                <a:gd name="connsiteX8" fmla="*/ 18096 w 142930"/>
                <a:gd name="connsiteY8" fmla="*/ 44635 h 117048"/>
                <a:gd name="connsiteX9" fmla="*/ 9573 w 142930"/>
                <a:gd name="connsiteY9" fmla="*/ 5303 h 117048"/>
                <a:gd name="connsiteX10" fmla="*/ 69753 w 142930"/>
                <a:gd name="connsiteY10" fmla="*/ 36104 h 117048"/>
                <a:gd name="connsiteX11" fmla="*/ 69753 w 142930"/>
                <a:gd name="connsiteY11" fmla="*/ 26010 h 117048"/>
                <a:gd name="connsiteX12" fmla="*/ 93336 w 142930"/>
                <a:gd name="connsiteY12" fmla="*/ 530 h 117048"/>
                <a:gd name="connsiteX13" fmla="*/ 119805 w 142930"/>
                <a:gd name="connsiteY13" fmla="*/ 8471 h 117048"/>
                <a:gd name="connsiteX14" fmla="*/ 120718 w 142930"/>
                <a:gd name="connsiteY14" fmla="*/ 8926 h 117048"/>
                <a:gd name="connsiteX15" fmla="*/ 121737 w 142930"/>
                <a:gd name="connsiteY15" fmla="*/ 8973 h 117048"/>
                <a:gd name="connsiteX16" fmla="*/ 139277 w 142930"/>
                <a:gd name="connsiteY16" fmla="*/ 2144 h 117048"/>
                <a:gd name="connsiteX17" fmla="*/ 127048 w 142930"/>
                <a:gd name="connsiteY17" fmla="*/ 18166 h 117048"/>
                <a:gd name="connsiteX18" fmla="*/ 127304 w 142930"/>
                <a:gd name="connsiteY18" fmla="*/ 18678 h 117048"/>
                <a:gd name="connsiteX19" fmla="*/ 142930 w 142930"/>
                <a:gd name="connsiteY19" fmla="*/ 14355 h 117048"/>
                <a:gd name="connsiteX20" fmla="*/ 139736 w 142930"/>
                <a:gd name="connsiteY20" fmla="*/ 18634 h 117048"/>
                <a:gd name="connsiteX21" fmla="*/ 129325 w 142930"/>
                <a:gd name="connsiteY21" fmla="*/ 28763 h 117048"/>
                <a:gd name="connsiteX22" fmla="*/ 128443 w 142930"/>
                <a:gd name="connsiteY22" fmla="*/ 30607 h 117048"/>
                <a:gd name="connsiteX23" fmla="*/ 108776 w 142930"/>
                <a:gd name="connsiteY23" fmla="*/ 87470 h 117048"/>
                <a:gd name="connsiteX24" fmla="*/ 59668 w 142930"/>
                <a:gd name="connsiteY24" fmla="*/ 115791 h 117048"/>
                <a:gd name="connsiteX25" fmla="*/ 1209 w 142930"/>
                <a:gd name="connsiteY25" fmla="*/ 104789 h 117048"/>
                <a:gd name="connsiteX26" fmla="*/ 194 w 142930"/>
                <a:gd name="connsiteY26" fmla="*/ 104119 h 117048"/>
                <a:gd name="connsiteX27" fmla="*/ 0 w 142930"/>
                <a:gd name="connsiteY27" fmla="*/ 103730 h 117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42930" h="117048">
                  <a:moveTo>
                    <a:pt x="0" y="103730"/>
                  </a:moveTo>
                  <a:cubicBezTo>
                    <a:pt x="15722" y="105106"/>
                    <a:pt x="29997" y="101357"/>
                    <a:pt x="42887" y="91616"/>
                  </a:cubicBezTo>
                  <a:cubicBezTo>
                    <a:pt x="29371" y="90364"/>
                    <a:pt x="20469" y="83526"/>
                    <a:pt x="15537" y="71006"/>
                  </a:cubicBezTo>
                  <a:lnTo>
                    <a:pt x="27977" y="71006"/>
                  </a:lnTo>
                  <a:lnTo>
                    <a:pt x="28136" y="70372"/>
                  </a:lnTo>
                  <a:cubicBezTo>
                    <a:pt x="21660" y="68767"/>
                    <a:pt x="15907" y="65040"/>
                    <a:pt x="11796" y="59784"/>
                  </a:cubicBezTo>
                  <a:cubicBezTo>
                    <a:pt x="7675" y="54632"/>
                    <a:pt x="5413" y="48241"/>
                    <a:pt x="5373" y="41644"/>
                  </a:cubicBezTo>
                  <a:lnTo>
                    <a:pt x="17777" y="45173"/>
                  </a:lnTo>
                  <a:lnTo>
                    <a:pt x="18096" y="44635"/>
                  </a:lnTo>
                  <a:cubicBezTo>
                    <a:pt x="5638" y="33686"/>
                    <a:pt x="1861" y="20910"/>
                    <a:pt x="9573" y="5303"/>
                  </a:cubicBezTo>
                  <a:cubicBezTo>
                    <a:pt x="25586" y="24042"/>
                    <a:pt x="45455" y="34533"/>
                    <a:pt x="69753" y="36104"/>
                  </a:cubicBezTo>
                  <a:cubicBezTo>
                    <a:pt x="69753" y="32575"/>
                    <a:pt x="69506" y="29266"/>
                    <a:pt x="69753" y="26010"/>
                  </a:cubicBezTo>
                  <a:cubicBezTo>
                    <a:pt x="70892" y="13623"/>
                    <a:pt x="81090" y="2656"/>
                    <a:pt x="93336" y="530"/>
                  </a:cubicBezTo>
                  <a:cubicBezTo>
                    <a:pt x="103465" y="-1235"/>
                    <a:pt x="112288" y="1412"/>
                    <a:pt x="119805" y="8471"/>
                  </a:cubicBezTo>
                  <a:cubicBezTo>
                    <a:pt x="120074" y="8684"/>
                    <a:pt x="120386" y="8840"/>
                    <a:pt x="120718" y="8926"/>
                  </a:cubicBezTo>
                  <a:cubicBezTo>
                    <a:pt x="121050" y="9013"/>
                    <a:pt x="121398" y="9029"/>
                    <a:pt x="121737" y="8973"/>
                  </a:cubicBezTo>
                  <a:cubicBezTo>
                    <a:pt x="127903" y="7621"/>
                    <a:pt x="133821" y="5317"/>
                    <a:pt x="139277" y="2144"/>
                  </a:cubicBezTo>
                  <a:cubicBezTo>
                    <a:pt x="137235" y="8769"/>
                    <a:pt x="132899" y="14449"/>
                    <a:pt x="127048" y="18166"/>
                  </a:cubicBezTo>
                  <a:lnTo>
                    <a:pt x="127304" y="18678"/>
                  </a:lnTo>
                  <a:lnTo>
                    <a:pt x="142930" y="14355"/>
                  </a:lnTo>
                  <a:cubicBezTo>
                    <a:pt x="141967" y="15854"/>
                    <a:pt x="140900" y="17284"/>
                    <a:pt x="139736" y="18634"/>
                  </a:cubicBezTo>
                  <a:cubicBezTo>
                    <a:pt x="136330" y="22075"/>
                    <a:pt x="132775" y="25366"/>
                    <a:pt x="129325" y="28763"/>
                  </a:cubicBezTo>
                  <a:cubicBezTo>
                    <a:pt x="128817" y="29250"/>
                    <a:pt x="128504" y="29906"/>
                    <a:pt x="128443" y="30607"/>
                  </a:cubicBezTo>
                  <a:cubicBezTo>
                    <a:pt x="128892" y="51985"/>
                    <a:pt x="122188" y="70954"/>
                    <a:pt x="108776" y="87470"/>
                  </a:cubicBezTo>
                  <a:cubicBezTo>
                    <a:pt x="96072" y="103130"/>
                    <a:pt x="79556" y="112553"/>
                    <a:pt x="59668" y="115791"/>
                  </a:cubicBezTo>
                  <a:cubicBezTo>
                    <a:pt x="38909" y="119179"/>
                    <a:pt x="19321" y="115792"/>
                    <a:pt x="1209" y="104789"/>
                  </a:cubicBezTo>
                  <a:cubicBezTo>
                    <a:pt x="882" y="104577"/>
                    <a:pt x="530" y="104357"/>
                    <a:pt x="194" y="104119"/>
                  </a:cubicBezTo>
                  <a:cubicBezTo>
                    <a:pt x="114" y="104119"/>
                    <a:pt x="97" y="103942"/>
                    <a:pt x="0" y="103730"/>
                  </a:cubicBezTo>
                  <a:close/>
                </a:path>
              </a:pathLst>
            </a:custGeom>
            <a:solidFill>
              <a:srgbClr val="F38021"/>
            </a:solidFill>
            <a:ln w="9525" cap="flat">
              <a:solidFill>
                <a:srgbClr val="F3802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F692261-F8A0-7180-DF52-63E18FC1538C}"/>
                </a:ext>
              </a:extLst>
            </p:cNvPr>
            <p:cNvSpPr/>
            <p:nvPr/>
          </p:nvSpPr>
          <p:spPr>
            <a:xfrm>
              <a:off x="6621386" y="7224874"/>
              <a:ext cx="323850" cy="323850"/>
            </a:xfrm>
            <a:custGeom>
              <a:avLst/>
              <a:gdLst>
                <a:gd name="connsiteX0" fmla="*/ 161925 w 323850"/>
                <a:gd name="connsiteY0" fmla="*/ 323850 h 323850"/>
                <a:gd name="connsiteX1" fmla="*/ 323850 w 323850"/>
                <a:gd name="connsiteY1" fmla="*/ 161925 h 323850"/>
                <a:gd name="connsiteX2" fmla="*/ 161925 w 323850"/>
                <a:gd name="connsiteY2" fmla="*/ 0 h 323850"/>
                <a:gd name="connsiteX3" fmla="*/ 0 w 323850"/>
                <a:gd name="connsiteY3" fmla="*/ 161925 h 323850"/>
                <a:gd name="connsiteX4" fmla="*/ 161925 w 323850"/>
                <a:gd name="connsiteY4" fmla="*/ 32385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3" y="323850"/>
                    <a:pt x="323850" y="251353"/>
                    <a:pt x="323850" y="161925"/>
                  </a:cubicBezTo>
                  <a:cubicBezTo>
                    <a:pt x="323850" y="72496"/>
                    <a:pt x="251353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3"/>
                    <a:pt x="72496" y="323850"/>
                    <a:pt x="161925" y="323850"/>
                  </a:cubicBezTo>
                  <a:close/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1A2F084-2ED4-2C96-C8D7-42B31F9C50FD}"/>
                </a:ext>
              </a:extLst>
            </p:cNvPr>
            <p:cNvSpPr/>
            <p:nvPr/>
          </p:nvSpPr>
          <p:spPr>
            <a:xfrm>
              <a:off x="6702349" y="7324887"/>
              <a:ext cx="165100" cy="114300"/>
            </a:xfrm>
            <a:custGeom>
              <a:avLst/>
              <a:gdLst>
                <a:gd name="connsiteX0" fmla="*/ 161698 w 165100"/>
                <a:gd name="connsiteY0" fmla="*/ 17885 h 114300"/>
                <a:gd name="connsiteX1" fmla="*/ 147147 w 165100"/>
                <a:gd name="connsiteY1" fmla="*/ 3496 h 114300"/>
                <a:gd name="connsiteX2" fmla="*/ 82548 w 165100"/>
                <a:gd name="connsiteY2" fmla="*/ 0 h 114300"/>
                <a:gd name="connsiteX3" fmla="*/ 17951 w 165100"/>
                <a:gd name="connsiteY3" fmla="*/ 3363 h 114300"/>
                <a:gd name="connsiteX4" fmla="*/ 3400 w 165100"/>
                <a:gd name="connsiteY4" fmla="*/ 17885 h 114300"/>
                <a:gd name="connsiteX5" fmla="*/ 0 w 165100"/>
                <a:gd name="connsiteY5" fmla="*/ 57150 h 114300"/>
                <a:gd name="connsiteX6" fmla="*/ 3400 w 165100"/>
                <a:gd name="connsiteY6" fmla="*/ 96415 h 114300"/>
                <a:gd name="connsiteX7" fmla="*/ 17952 w 165100"/>
                <a:gd name="connsiteY7" fmla="*/ 110803 h 114300"/>
                <a:gd name="connsiteX8" fmla="*/ 82550 w 165100"/>
                <a:gd name="connsiteY8" fmla="*/ 114300 h 114300"/>
                <a:gd name="connsiteX9" fmla="*/ 147147 w 165100"/>
                <a:gd name="connsiteY9" fmla="*/ 110937 h 114300"/>
                <a:gd name="connsiteX10" fmla="*/ 161700 w 165100"/>
                <a:gd name="connsiteY10" fmla="*/ 96549 h 114300"/>
                <a:gd name="connsiteX11" fmla="*/ 165100 w 165100"/>
                <a:gd name="connsiteY11" fmla="*/ 57284 h 114300"/>
                <a:gd name="connsiteX12" fmla="*/ 161698 w 165100"/>
                <a:gd name="connsiteY12" fmla="*/ 17885 h 114300"/>
                <a:gd name="connsiteX13" fmla="*/ 66095 w 165100"/>
                <a:gd name="connsiteY13" fmla="*/ 81624 h 114300"/>
                <a:gd name="connsiteX14" fmla="*/ 66095 w 165100"/>
                <a:gd name="connsiteY14" fmla="*/ 32676 h 114300"/>
                <a:gd name="connsiteX15" fmla="*/ 109069 w 165100"/>
                <a:gd name="connsiteY15" fmla="*/ 57150 h 114300"/>
                <a:gd name="connsiteX16" fmla="*/ 66095 w 165100"/>
                <a:gd name="connsiteY16" fmla="*/ 8162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100" h="114300">
                  <a:moveTo>
                    <a:pt x="161698" y="17885"/>
                  </a:moveTo>
                  <a:cubicBezTo>
                    <a:pt x="159796" y="10892"/>
                    <a:pt x="154219" y="5379"/>
                    <a:pt x="147147" y="3496"/>
                  </a:cubicBezTo>
                  <a:cubicBezTo>
                    <a:pt x="134227" y="0"/>
                    <a:pt x="82548" y="0"/>
                    <a:pt x="82548" y="0"/>
                  </a:cubicBezTo>
                  <a:cubicBezTo>
                    <a:pt x="82548" y="0"/>
                    <a:pt x="30871" y="0"/>
                    <a:pt x="17951" y="3363"/>
                  </a:cubicBezTo>
                  <a:cubicBezTo>
                    <a:pt x="11015" y="5244"/>
                    <a:pt x="5302" y="10893"/>
                    <a:pt x="3400" y="17885"/>
                  </a:cubicBezTo>
                  <a:cubicBezTo>
                    <a:pt x="0" y="30659"/>
                    <a:pt x="0" y="57150"/>
                    <a:pt x="0" y="57150"/>
                  </a:cubicBezTo>
                  <a:cubicBezTo>
                    <a:pt x="0" y="57150"/>
                    <a:pt x="0" y="83774"/>
                    <a:pt x="3400" y="96415"/>
                  </a:cubicBezTo>
                  <a:cubicBezTo>
                    <a:pt x="5304" y="103407"/>
                    <a:pt x="10879" y="108920"/>
                    <a:pt x="17952" y="110803"/>
                  </a:cubicBezTo>
                  <a:cubicBezTo>
                    <a:pt x="31007" y="114300"/>
                    <a:pt x="82550" y="114300"/>
                    <a:pt x="82550" y="114300"/>
                  </a:cubicBezTo>
                  <a:cubicBezTo>
                    <a:pt x="82550" y="114300"/>
                    <a:pt x="134227" y="114300"/>
                    <a:pt x="147147" y="110937"/>
                  </a:cubicBezTo>
                  <a:cubicBezTo>
                    <a:pt x="154220" y="109055"/>
                    <a:pt x="159796" y="103542"/>
                    <a:pt x="161700" y="96549"/>
                  </a:cubicBezTo>
                  <a:cubicBezTo>
                    <a:pt x="165100" y="83774"/>
                    <a:pt x="165100" y="57284"/>
                    <a:pt x="165100" y="57284"/>
                  </a:cubicBezTo>
                  <a:cubicBezTo>
                    <a:pt x="165100" y="57284"/>
                    <a:pt x="165235" y="30659"/>
                    <a:pt x="161698" y="17885"/>
                  </a:cubicBezTo>
                  <a:close/>
                  <a:moveTo>
                    <a:pt x="66095" y="81624"/>
                  </a:moveTo>
                  <a:lnTo>
                    <a:pt x="66095" y="32676"/>
                  </a:lnTo>
                  <a:lnTo>
                    <a:pt x="109069" y="57150"/>
                  </a:lnTo>
                  <a:lnTo>
                    <a:pt x="66095" y="81624"/>
                  </a:lnTo>
                  <a:close/>
                </a:path>
              </a:pathLst>
            </a:custGeom>
            <a:solidFill>
              <a:srgbClr val="F380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2" name="Title 4">
            <a:extLst>
              <a:ext uri="{FF2B5EF4-FFF2-40B4-BE49-F238E27FC236}">
                <a16:creationId xmlns:a16="http://schemas.microsoft.com/office/drawing/2014/main" id="{574761DD-9A97-7E2A-65E7-CA756F8BBFD6}"/>
              </a:ext>
            </a:extLst>
          </p:cNvPr>
          <p:cNvSpPr txBox="1">
            <a:spLocks/>
          </p:cNvSpPr>
          <p:nvPr userDrawn="1"/>
        </p:nvSpPr>
        <p:spPr>
          <a:xfrm>
            <a:off x="6464214" y="6152265"/>
            <a:ext cx="1110968" cy="381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53" name="Title 4">
            <a:extLst>
              <a:ext uri="{FF2B5EF4-FFF2-40B4-BE49-F238E27FC236}">
                <a16:creationId xmlns:a16="http://schemas.microsoft.com/office/drawing/2014/main" id="{5A2D70B0-19C5-1AE0-3F7A-F742864C5D3F}"/>
              </a:ext>
            </a:extLst>
          </p:cNvPr>
          <p:cNvSpPr txBox="1">
            <a:spLocks/>
          </p:cNvSpPr>
          <p:nvPr userDrawn="1"/>
        </p:nvSpPr>
        <p:spPr>
          <a:xfrm>
            <a:off x="7675615" y="6152265"/>
            <a:ext cx="1337384" cy="381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54" name="Title 4">
            <a:extLst>
              <a:ext uri="{FF2B5EF4-FFF2-40B4-BE49-F238E27FC236}">
                <a16:creationId xmlns:a16="http://schemas.microsoft.com/office/drawing/2014/main" id="{C22986CA-D597-419C-14B2-01C376DB9A39}"/>
              </a:ext>
            </a:extLst>
          </p:cNvPr>
          <p:cNvSpPr txBox="1">
            <a:spLocks/>
          </p:cNvSpPr>
          <p:nvPr userDrawn="1"/>
        </p:nvSpPr>
        <p:spPr>
          <a:xfrm>
            <a:off x="9188251" y="6152265"/>
            <a:ext cx="1174314" cy="381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9FF49EE3-79C0-7EBD-F2FC-D726E486E2E4}"/>
              </a:ext>
            </a:extLst>
          </p:cNvPr>
          <p:cNvSpPr txBox="1">
            <a:spLocks/>
          </p:cNvSpPr>
          <p:nvPr userDrawn="1"/>
        </p:nvSpPr>
        <p:spPr>
          <a:xfrm>
            <a:off x="10592784" y="6152265"/>
            <a:ext cx="1184382" cy="381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8FC8394-C00A-48C5-1CFF-E58FC597F496}"/>
              </a:ext>
            </a:extLst>
          </p:cNvPr>
          <p:cNvGrpSpPr/>
          <p:nvPr userDrawn="1"/>
        </p:nvGrpSpPr>
        <p:grpSpPr>
          <a:xfrm>
            <a:off x="6757689" y="5434640"/>
            <a:ext cx="524017" cy="518930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2AC789A-271C-8055-5066-76AE5E56014F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CDE7188-B119-3123-92CB-B8AEC668CBBD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EB77369-2E21-5AEB-5DBC-4F2C2F2C8846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CC49338-91B9-4CD6-AF30-95EA699142F9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DE1A07C-1DFF-DEE3-77BC-08EE15E04D0B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1D0F75F-B979-5F9D-0455-B2262A023799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FC4A80A-FF13-F596-BEB0-460902726502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9D57DB63-9CAA-FAAA-168E-E25156B867DE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793EF942-79B5-51DB-ECCA-31711CA041F4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908A988A-C43D-650D-EECD-622284307663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2DBC732F-59F7-D71C-A608-6D1521448882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B0278A6D-3A4C-7C2F-CCBC-E964AB315314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5DA6BC4-EA7C-BBDD-8EBE-464718282B5E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CFCE3CF6-1B20-9D30-483C-A61AD5E277A7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3AC764DE-D53D-6F83-0B3D-5742FEEA0C9B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2A52B26B-0510-AC55-C39B-A84CBDA3A8BE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3FCB5F73-68FA-D293-AFD6-D28E76203B16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4D1CB939-5865-D7F0-D1BD-A31ACBA74947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81C9F49C-A38E-E5B9-4F3D-A356D7538F57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85851546-2CF7-F195-6686-BF7400DC25FA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6773DA95-6D91-96F7-5BDD-FE3DD0271A52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9277F08-416A-A10B-5635-049930818476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23E8BF52-B80B-5296-028C-CDA6C9C93F7A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67534471-7C12-DD7C-9651-6BB689E5E65A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92F514A-7795-C234-80A5-12AC24A9382B}"/>
              </a:ext>
            </a:extLst>
          </p:cNvPr>
          <p:cNvGrpSpPr/>
          <p:nvPr userDrawn="1"/>
        </p:nvGrpSpPr>
        <p:grpSpPr>
          <a:xfrm>
            <a:off x="8140729" y="5504688"/>
            <a:ext cx="460294" cy="460294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1558BF49-3979-138B-C83B-A7C0C0A9FD8E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8F747019-1B95-2423-639E-24C194E53192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635B5205-F8F9-8DC7-A60E-D82C3AF26627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20FBD52E-AF30-F256-71AE-F0D4F599597A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80ECEC03-740A-7CD1-E47B-2B68F51F6226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0A5A6E3F-72B1-ADA4-3DBE-7D922A3084F7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0272F531-0C19-D761-443C-70F360A24CD6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D65ECDB1-F17C-59D1-B1DC-5D8362F52C4E}"/>
              </a:ext>
            </a:extLst>
          </p:cNvPr>
          <p:cNvGrpSpPr/>
          <p:nvPr userDrawn="1"/>
        </p:nvGrpSpPr>
        <p:grpSpPr>
          <a:xfrm>
            <a:off x="9516139" y="5478409"/>
            <a:ext cx="482712" cy="482708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C0BFA2F4-2A8D-A32E-75D3-50EBC52714D1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A4D4465D-B15F-3FF7-7D0C-6A68202EB9A7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979382AF-465A-5B05-EC40-D818AF21BFC5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0A05DD5F-916F-E970-47A8-DF3A760BC8AC}"/>
              </a:ext>
            </a:extLst>
          </p:cNvPr>
          <p:cNvGrpSpPr/>
          <p:nvPr userDrawn="1"/>
        </p:nvGrpSpPr>
        <p:grpSpPr>
          <a:xfrm>
            <a:off x="10903772" y="5401056"/>
            <a:ext cx="562406" cy="562402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65DF88F-EED6-3C46-2B96-A48172B02DD9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F8B4F939-59BB-6908-2BD0-D50501E475D7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F3776A0B-0C67-86BB-45E2-176D5185ECAB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6265B796-3047-0657-A384-00C65F41A53E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E0EF457B-7141-E622-8146-FD79A5716AE3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BC79177-8FF9-5C7A-405C-54A19B22A36C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1AC7D34D-FB85-568C-3988-A02B6C102746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FFB6FABC-E8B4-9D37-CEF5-98FF076E47A2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AD69D4F3-3B86-37E4-810D-A842931E6B4A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8C807C2E-9989-992D-5A2E-6C4ACB91821A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4032DD80-7EF5-AF36-E977-EB98DCA1070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F6066BC7-4DA8-2D47-652F-D454A63A763F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85630D4E-60C2-DE85-3EDE-75F6D7D93061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9DC6A6D1-0F1B-F2F8-8769-00A8A8B7DBA2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69" name="Text Placeholder 23">
            <a:extLst>
              <a:ext uri="{FF2B5EF4-FFF2-40B4-BE49-F238E27FC236}">
                <a16:creationId xmlns:a16="http://schemas.microsoft.com/office/drawing/2014/main" id="{88F2EE6E-18B4-1BB2-B06B-F118BB39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14525" y="698459"/>
            <a:ext cx="2245488" cy="2715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70" name="Text Placeholder 23">
            <a:extLst>
              <a:ext uri="{FF2B5EF4-FFF2-40B4-BE49-F238E27FC236}">
                <a16:creationId xmlns:a16="http://schemas.microsoft.com/office/drawing/2014/main" id="{7CE082E4-99F1-5062-52FA-A1716B6A3A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4205" y="1411219"/>
            <a:ext cx="2245488" cy="2715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71" name="Text Placeholder 23">
            <a:extLst>
              <a:ext uri="{FF2B5EF4-FFF2-40B4-BE49-F238E27FC236}">
                <a16:creationId xmlns:a16="http://schemas.microsoft.com/office/drawing/2014/main" id="{867768CD-0B4E-117A-272C-2E83D7E345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4205" y="2146764"/>
            <a:ext cx="2245488" cy="2715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FA88DCD1-4183-D716-B515-4DE707FAF54B}"/>
              </a:ext>
            </a:extLst>
          </p:cNvPr>
          <p:cNvGrpSpPr/>
          <p:nvPr userDrawn="1"/>
        </p:nvGrpSpPr>
        <p:grpSpPr>
          <a:xfrm>
            <a:off x="11151312" y="590896"/>
            <a:ext cx="536876" cy="1936332"/>
            <a:chOff x="-862032" y="4510624"/>
            <a:chExt cx="536876" cy="1936332"/>
          </a:xfrm>
        </p:grpSpPr>
        <p:sp>
          <p:nvSpPr>
            <p:cNvPr id="1073" name="Google Shape;4992;p63">
              <a:extLst>
                <a:ext uri="{FF2B5EF4-FFF2-40B4-BE49-F238E27FC236}">
                  <a16:creationId xmlns:a16="http://schemas.microsoft.com/office/drawing/2014/main" id="{2D907FF4-9ED9-D03C-04D5-35C11BF919F0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4" name="Google Shape;4978;p63">
              <a:extLst>
                <a:ext uri="{FF2B5EF4-FFF2-40B4-BE49-F238E27FC236}">
                  <a16:creationId xmlns:a16="http://schemas.microsoft.com/office/drawing/2014/main" id="{D949B351-7661-BD3E-69B6-37244586A418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5" name="Google Shape;4979;p63">
              <a:extLst>
                <a:ext uri="{FF2B5EF4-FFF2-40B4-BE49-F238E27FC236}">
                  <a16:creationId xmlns:a16="http://schemas.microsoft.com/office/drawing/2014/main" id="{C4FF33CC-DBFD-BBB3-9B77-E479A6961343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A28D052B-104E-C4D0-AC06-0CA416A35E2C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04112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C9DC4-F0C5-562B-F880-6B6871B28B81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F7E27-09B0-37C1-D57D-D12FE4261255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D1CC6-B601-7EFA-B0A3-0F15837C96E3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63B93D-C262-8B21-947C-8025ACF42A1A}"/>
              </a:ext>
            </a:extLst>
          </p:cNvPr>
          <p:cNvCxnSpPr>
            <a:cxnSpLocks/>
            <a:endCxn id="3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F4013D-B84B-0A7E-E6C7-65388EA43913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B012B56-55D6-E6DF-FB1C-EF655A706B29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57AD93-6CCA-787A-491C-1C6FBDBE9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F7BA5EF-E7E8-8EF9-EB31-3B723CA686BF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819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B624-CDEC-4311-AC4C-A702D9396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00F63-6871-1CE5-DD61-FC9CF893D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A99DD-98E9-3E96-641F-7468B1093347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3F850-F0FD-C84B-0CF2-896DA8D45897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A1817F-88E3-B15A-B250-3B3D92D95630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68E341-61A4-AED1-E55C-D26F37A6D928}"/>
              </a:ext>
            </a:extLst>
          </p:cNvPr>
          <p:cNvCxnSpPr>
            <a:cxnSpLocks/>
            <a:endCxn id="9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087C83-12B4-43EE-6C04-3D8F4F30D77E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C7165D0-F4A8-3FCD-C8AC-8A24E18AFB38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63F403-24A2-2E46-2FBD-03BFAB4EA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F7EE0F4-4742-B2EF-6141-D82F1EB87775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AD235CD-6951-98AF-2F11-E5155E2AA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8426369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09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DC7D5-23D9-4D3D-CF2A-966DFF44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84C2C-9CE0-871A-BCE8-984ACF63D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928FA-3DB6-D177-508B-D4A15B958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F6325-5222-4A7B-8FEA-484661849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7AD01C-171A-BCB1-CCE2-2307B1D99B7E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38F67-E15C-D65C-5135-A27BE9647E3C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0B1491-CB00-9121-3F9D-840C38D4D482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5E7A9E-6DF7-CA99-5774-56115386D130}"/>
              </a:ext>
            </a:extLst>
          </p:cNvPr>
          <p:cNvCxnSpPr>
            <a:cxnSpLocks/>
            <a:endCxn id="11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44F174-7019-9B4E-7A86-27A202E2D9C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2DFA595-8869-AA62-6470-8880C76C497D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D0068B-9A6E-D2C3-3A93-B0FA106A0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12BAC4E-6AAF-6340-DCA4-6B0E8EA07B67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2FB6B840-ACCC-7A2E-A9FB-71F640D54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8426369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34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FBFBA0-0BED-A682-163C-1135C6EB1EA9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B2B50-6367-E1E5-0406-F9B641D0CC62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1243DE-EBB4-1A11-FFA3-E53B9ECDEBB0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158156-172F-8993-C51F-7182DA69E49A}"/>
              </a:ext>
            </a:extLst>
          </p:cNvPr>
          <p:cNvCxnSpPr>
            <a:cxnSpLocks/>
            <a:endCxn id="7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E07F68-B600-B8CF-E785-B54D8A8B3BBD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D983779-C8CE-C83C-31B1-CF641F54A90C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839DF-456A-70C3-73F1-20A46587F8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F2B1640-931C-B98E-31B1-320398F9F9E5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D143878D-DFFE-2105-E10B-3D850EC86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8426369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6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E64F4D-2EFC-35CD-811D-A8637DC0AC3A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78B18-DEF7-178F-1DC6-B15A360A7CA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0DC09C-EDAE-C279-570D-A4FDD29BAFC0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0E86B6-4DFF-69EB-C390-3F3D406807D5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28C27B-3F45-E790-40D0-F6957E827FBB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7BD2411-B3EC-839E-5790-0F0316A57159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86380D-BC27-428B-A1DE-E7115F243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E62169B-BE8C-62FD-0E03-8F143D0C0AB6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58EE8686-B876-EB34-4D92-BCA45845EC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8426369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16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AF2D-382D-0521-72D1-01CA92CF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57150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291F8-2EB6-CA19-D80E-E40C5902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57151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59253-6BF8-C4E3-3B00-70B55C5C3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7126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F3110-AAF5-2620-4F71-4139ADAAF1FB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D2E87-C4AA-B92A-6184-48D03F80AE0A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BCFA18-17DE-8A12-1375-EB2C2C1B8E68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ED5667-8BE2-ACD8-A9DD-BB3BE8D69594}"/>
              </a:ext>
            </a:extLst>
          </p:cNvPr>
          <p:cNvCxnSpPr>
            <a:cxnSpLocks/>
            <a:endCxn id="9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448FB-3D25-E0D1-03B0-5D1B9CC5BA96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C0D5F33-2E6D-FD00-870F-F9BB08FC5FC3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5E4C13-0908-2536-4B57-C368AFF32A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326F420-B553-DACC-D0B9-624F66EFA3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E786008-A561-ED6A-4B7D-24D083C3F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8426369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1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</a:t>
            </a:r>
            <a:r>
              <a:rPr lang="en-US" sz="1100" b="0" i="0" err="1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Tessolve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 2025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39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6" r:id="rId10"/>
    <p:sldLayoutId id="2147483687" r:id="rId11"/>
    <p:sldLayoutId id="2147483688" r:id="rId12"/>
    <p:sldLayoutId id="2147483685" r:id="rId13"/>
    <p:sldLayoutId id="2147483682" r:id="rId14"/>
    <p:sldLayoutId id="2147483683" r:id="rId15"/>
    <p:sldLayoutId id="214748368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48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33.png"/><Relationship Id="rId21" Type="http://schemas.openxmlformats.org/officeDocument/2006/relationships/image" Target="../media/image24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17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8.png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3.xml"/><Relationship Id="rId11" Type="http://schemas.openxmlformats.org/officeDocument/2006/relationships/image" Target="../media/image19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32.png"/><Relationship Id="rId40" Type="http://schemas.openxmlformats.org/officeDocument/2006/relationships/customXml" Target="../ink/ink20.xml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23.png"/><Relationship Id="rId31" Type="http://schemas.openxmlformats.org/officeDocument/2006/relationships/image" Target="../media/image29.png"/><Relationship Id="rId4" Type="http://schemas.openxmlformats.org/officeDocument/2006/relationships/customXml" Target="../ink/ink2.xml"/><Relationship Id="rId9" Type="http://schemas.openxmlformats.org/officeDocument/2006/relationships/image" Target="../media/image1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7.png"/><Relationship Id="rId30" Type="http://schemas.openxmlformats.org/officeDocument/2006/relationships/customXml" Target="../ink/ink15.xml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8" Type="http://schemas.openxmlformats.org/officeDocument/2006/relationships/customXml" Target="../ink/ink4.xml"/><Relationship Id="rId3" Type="http://schemas.openxmlformats.org/officeDocument/2006/relationships/image" Target="../media/image15.png"/><Relationship Id="rId12" Type="http://schemas.openxmlformats.org/officeDocument/2006/relationships/customXml" Target="../ink/ink6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image" Target="../media/image30.png"/><Relationship Id="rId38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hyperlink" Target="https://twitter.com/i/flow/login?redirect_after_login=%2Ftessolve_" TargetMode="External"/><Relationship Id="rId18" Type="http://schemas.openxmlformats.org/officeDocument/2006/relationships/image" Target="../media/image46.svg"/><Relationship Id="rId26" Type="http://schemas.openxmlformats.org/officeDocument/2006/relationships/image" Target="../media/image51.png"/><Relationship Id="rId3" Type="http://schemas.openxmlformats.org/officeDocument/2006/relationships/image" Target="../media/image8.png"/><Relationship Id="rId21" Type="http://schemas.openxmlformats.org/officeDocument/2006/relationships/image" Target="../media/image48.svg"/><Relationship Id="rId7" Type="http://schemas.openxmlformats.org/officeDocument/2006/relationships/hyperlink" Target="https://www.instagram.com/tessolve_/" TargetMode="External"/><Relationship Id="rId12" Type="http://schemas.openxmlformats.org/officeDocument/2006/relationships/image" Target="../media/image42.svg"/><Relationship Id="rId17" Type="http://schemas.openxmlformats.org/officeDocument/2006/relationships/image" Target="../media/image45.png"/><Relationship Id="rId25" Type="http://schemas.openxmlformats.org/officeDocument/2006/relationships/hyperlink" Target="https://www.tessolve.com/test-engineering/" TargetMode="External"/><Relationship Id="rId2" Type="http://schemas.openxmlformats.org/officeDocument/2006/relationships/image" Target="../media/image11.jpeg"/><Relationship Id="rId16" Type="http://schemas.openxmlformats.org/officeDocument/2006/relationships/hyperlink" Target="https://www.youtube.com/@tessolve56" TargetMode="External"/><Relationship Id="rId20" Type="http://schemas.openxmlformats.org/officeDocument/2006/relationships/image" Target="../media/image47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8.svg"/><Relationship Id="rId11" Type="http://schemas.openxmlformats.org/officeDocument/2006/relationships/image" Target="../media/image41.png"/><Relationship Id="rId24" Type="http://schemas.openxmlformats.org/officeDocument/2006/relationships/image" Target="../media/image50.svg"/><Relationship Id="rId5" Type="http://schemas.openxmlformats.org/officeDocument/2006/relationships/image" Target="../media/image37.png"/><Relationship Id="rId15" Type="http://schemas.openxmlformats.org/officeDocument/2006/relationships/image" Target="../media/image44.svg"/><Relationship Id="rId23" Type="http://schemas.openxmlformats.org/officeDocument/2006/relationships/image" Target="../media/image49.png"/><Relationship Id="rId28" Type="http://schemas.openxmlformats.org/officeDocument/2006/relationships/hyperlink" Target="https://www.tessolve.com/embedded-systems/" TargetMode="External"/><Relationship Id="rId10" Type="http://schemas.openxmlformats.org/officeDocument/2006/relationships/hyperlink" Target="https://www.linkedin.com/company/tessolve-services-pvt-ltd/" TargetMode="External"/><Relationship Id="rId19" Type="http://schemas.openxmlformats.org/officeDocument/2006/relationships/hyperlink" Target="https://www.tessolve.com/chip-design/" TargetMode="External"/><Relationship Id="rId4" Type="http://schemas.openxmlformats.org/officeDocument/2006/relationships/hyperlink" Target="https://www.facebook.com/tessolve" TargetMode="External"/><Relationship Id="rId9" Type="http://schemas.openxmlformats.org/officeDocument/2006/relationships/image" Target="../media/image40.svg"/><Relationship Id="rId14" Type="http://schemas.openxmlformats.org/officeDocument/2006/relationships/image" Target="../media/image43.png"/><Relationship Id="rId22" Type="http://schemas.openxmlformats.org/officeDocument/2006/relationships/hyperlink" Target="https://www.tessolve.com/hardware-design/" TargetMode="External"/><Relationship Id="rId27" Type="http://schemas.openxmlformats.org/officeDocument/2006/relationships/image" Target="../media/image52.svg"/><Relationship Id="rId30" Type="http://schemas.openxmlformats.org/officeDocument/2006/relationships/image" Target="../media/image5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807AB-5585-547D-9B64-41D1E5372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Autofit/>
          </a:bodyPr>
          <a:lstStyle/>
          <a:p>
            <a:r>
              <a:rPr lang="en-US" sz="3200" b="1">
                <a:solidFill>
                  <a:schemeClr val="accent2"/>
                </a:solidFill>
                <a:ea typeface="Roboto"/>
                <a:cs typeface="Roboto"/>
              </a:rPr>
              <a:t>PoC – Problem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268D-C6E4-8BF0-3CC1-FE4DD5C109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2676286"/>
            <a:ext cx="12192000" cy="408581"/>
          </a:xfrm>
        </p:spPr>
        <p:txBody>
          <a:bodyPr lIns="91440" tIns="45720" rIns="91440" bIns="45720" anchor="t"/>
          <a:lstStyle/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53803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DBEF5E-EE35-1CFA-8B58-6709AD6F56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7948" y="1718226"/>
            <a:ext cx="5075587" cy="3980777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Highly time-consuming (multiple days per feature).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Error-prone, as engineers can overlook edge cases.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Inconsistent, due to varying interpretations by different engineers.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Difficult to keep updated when requirements evolve.</a:t>
            </a:r>
          </a:p>
          <a:p>
            <a:pPr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Expected outcome: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70–80% reduction in test design time.</a:t>
            </a: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Engineers focus on quality, not repetitive reading.</a:t>
            </a: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Faster project cycles and improved validation efficiency.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 sz="2000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AA9E5F0-8EC9-5657-4FD3-CD6036DAD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Systems 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23A83-62D3-C653-BBF7-DA55EB7D0453}"/>
              </a:ext>
            </a:extLst>
          </p:cNvPr>
          <p:cNvSpPr txBox="1"/>
          <p:nvPr/>
        </p:nvSpPr>
        <p:spPr>
          <a:xfrm>
            <a:off x="368746" y="877940"/>
            <a:ext cx="6142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arenR"/>
            </a:pPr>
            <a:r>
              <a:rPr lang="en-US" b="1">
                <a:latin typeface="Aptos"/>
                <a:ea typeface="Lato"/>
                <a:cs typeface="Lato"/>
              </a:rPr>
              <a:t>Automating Test Case Generation from Requirements:</a:t>
            </a:r>
            <a:endParaRPr lang="en-US" b="1">
              <a:latin typeface="Aptos"/>
            </a:endParaRPr>
          </a:p>
        </p:txBody>
      </p:sp>
      <p:pic>
        <p:nvPicPr>
          <p:cNvPr id="2" name="Picture 1" descr="A diagram of a test process&#10;&#10;AI-generated content may be incorrect.">
            <a:extLst>
              <a:ext uri="{FF2B5EF4-FFF2-40B4-BE49-F238E27FC236}">
                <a16:creationId xmlns:a16="http://schemas.microsoft.com/office/drawing/2014/main" id="{7C489B1E-4850-BF30-23AD-AE480EA1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42"/>
          <a:stretch>
            <a:fillRect/>
          </a:stretch>
        </p:blipFill>
        <p:spPr>
          <a:xfrm>
            <a:off x="367709" y="2179675"/>
            <a:ext cx="6140302" cy="268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2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877D-0435-59D3-31C3-92E7CFCD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C9F059C-DF94-E8EB-62A9-7FA171DBBB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0292" y="1715398"/>
            <a:ext cx="4556213" cy="3299841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Long development times.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High chance of mistakes in register configuration.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Difficulty understanding complex peripherals.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Repeated work when migrating to similar boards.</a:t>
            </a:r>
          </a:p>
          <a:p>
            <a:pPr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Expected outcome: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Massively reduced BSP development time.</a:t>
            </a: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Easy migration to new MCUs or boards.</a:t>
            </a: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Auto-generated, consistent register definitions.</a:t>
            </a:r>
          </a:p>
          <a:p>
            <a:pPr lvl="1">
              <a:lnSpc>
                <a:spcPct val="10000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Faster prototyping and early software development.</a:t>
            </a:r>
          </a:p>
          <a:p>
            <a:pPr lvl="1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 sz="2000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B0A7C2-8B67-08EA-86F3-CAD398878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Systems 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521AD-A73E-2F0D-369F-388B3E001A95}"/>
              </a:ext>
            </a:extLst>
          </p:cNvPr>
          <p:cNvSpPr txBox="1"/>
          <p:nvPr/>
        </p:nvSpPr>
        <p:spPr>
          <a:xfrm>
            <a:off x="368746" y="877940"/>
            <a:ext cx="38680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Lato"/>
                <a:cs typeface="Lato"/>
              </a:rPr>
              <a:t>2)  Automated BSP Generator Tool:</a:t>
            </a:r>
            <a:endParaRPr lang="en-US" b="1">
              <a:latin typeface="Aptos"/>
            </a:endParaRPr>
          </a:p>
        </p:txBody>
      </p:sp>
      <p:pic>
        <p:nvPicPr>
          <p:cNvPr id="2" name="Picture 1" descr="A diagram of software processing&#10;&#10;AI-generated content may be incorrect.">
            <a:extLst>
              <a:ext uri="{FF2B5EF4-FFF2-40B4-BE49-F238E27FC236}">
                <a16:creationId xmlns:a16="http://schemas.microsoft.com/office/drawing/2014/main" id="{B3191943-1379-FA9D-BE63-8F4D5CC7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2" t="34988" r="2522" b="4419"/>
          <a:stretch>
            <a:fillRect/>
          </a:stretch>
        </p:blipFill>
        <p:spPr>
          <a:xfrm>
            <a:off x="458011" y="1994170"/>
            <a:ext cx="6858012" cy="286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7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68246-7856-2659-CA44-CB6578987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0BB4127-1FCA-ADD6-2CA0-F7394CB861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6334" y="1715398"/>
            <a:ext cx="4718340" cy="3299841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Checking PCB tracks manually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Using tools to find damaged traces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Repairing or rewiring faulty paths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Testing the board again after fixing</a:t>
            </a:r>
          </a:p>
          <a:p>
            <a:pPr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AI Involvement: 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Understands normal and abnormal track readings 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Finds which track is becoming weak 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Chooses the correct backup path automatically 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Makes sure the new path is safe before switching</a:t>
            </a:r>
          </a:p>
          <a:p>
            <a:pPr>
              <a:buNone/>
            </a:pPr>
            <a:endParaRPr lang="en-US" sz="14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 sz="2000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136EE7-6E3C-6A49-8900-18071BFE92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Testing 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6DBB2-6EEC-2A47-E2CE-700AECC87DF7}"/>
              </a:ext>
            </a:extLst>
          </p:cNvPr>
          <p:cNvSpPr txBox="1"/>
          <p:nvPr/>
        </p:nvSpPr>
        <p:spPr>
          <a:xfrm>
            <a:off x="368746" y="877940"/>
            <a:ext cx="36542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Lato"/>
                <a:cs typeface="Lato"/>
              </a:rPr>
              <a:t>3)  AI based Self healing PCB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30F5BD-65F9-416B-47A5-CB12427A5617}"/>
              </a:ext>
            </a:extLst>
          </p:cNvPr>
          <p:cNvSpPr/>
          <p:nvPr/>
        </p:nvSpPr>
        <p:spPr>
          <a:xfrm>
            <a:off x="429228" y="1326876"/>
            <a:ext cx="6322914" cy="4621412"/>
          </a:xfrm>
          <a:prstGeom prst="roundRect">
            <a:avLst/>
          </a:prstGeom>
          <a:solidFill>
            <a:srgbClr val="22F2DA"/>
          </a:solidFill>
          <a:ln>
            <a:solidFill>
              <a:srgbClr val="22F2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37B8C-10DB-D06D-3897-710D2205849E}"/>
              </a:ext>
            </a:extLst>
          </p:cNvPr>
          <p:cNvSpPr/>
          <p:nvPr/>
        </p:nvSpPr>
        <p:spPr>
          <a:xfrm>
            <a:off x="1117198" y="1397369"/>
            <a:ext cx="4825142" cy="1118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B6AA0-1FCE-D1E2-71E2-9913FBEFEE73}"/>
              </a:ext>
            </a:extLst>
          </p:cNvPr>
          <p:cNvSpPr/>
          <p:nvPr/>
        </p:nvSpPr>
        <p:spPr>
          <a:xfrm>
            <a:off x="1117197" y="3207666"/>
            <a:ext cx="4825142" cy="1118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4E2C8-B548-8B29-73C0-AEC101509103}"/>
              </a:ext>
            </a:extLst>
          </p:cNvPr>
          <p:cNvSpPr/>
          <p:nvPr/>
        </p:nvSpPr>
        <p:spPr>
          <a:xfrm>
            <a:off x="1117197" y="4760679"/>
            <a:ext cx="4825142" cy="1118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812A5D-EAEA-D265-5633-DC4204F4CAA3}"/>
              </a:ext>
            </a:extLst>
          </p:cNvPr>
          <p:cNvSpPr/>
          <p:nvPr/>
        </p:nvSpPr>
        <p:spPr>
          <a:xfrm>
            <a:off x="1476128" y="1716973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Trace monitoring module</a:t>
            </a:r>
            <a:endParaRPr lang="en-US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A3620-97FE-0267-1798-8080BB7893D0}"/>
              </a:ext>
            </a:extLst>
          </p:cNvPr>
          <p:cNvSpPr/>
          <p:nvPr/>
        </p:nvSpPr>
        <p:spPr>
          <a:xfrm>
            <a:off x="4191300" y="1716972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Data Acquisition module</a:t>
            </a:r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3A7EB-DB0C-F357-C381-9670B7773095}"/>
              </a:ext>
            </a:extLst>
          </p:cNvPr>
          <p:cNvSpPr/>
          <p:nvPr/>
        </p:nvSpPr>
        <p:spPr>
          <a:xfrm>
            <a:off x="1476128" y="3424903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AI fault detection module</a:t>
            </a:r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FCE60-5F35-A5DA-B71C-CE47DF6CD157}"/>
              </a:ext>
            </a:extLst>
          </p:cNvPr>
          <p:cNvSpPr/>
          <p:nvPr/>
        </p:nvSpPr>
        <p:spPr>
          <a:xfrm>
            <a:off x="4191300" y="3424903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Back up path selection module</a:t>
            </a:r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71B750-C7A8-AFE9-6B41-D79210898D3F}"/>
              </a:ext>
            </a:extLst>
          </p:cNvPr>
          <p:cNvSpPr/>
          <p:nvPr/>
        </p:nvSpPr>
        <p:spPr>
          <a:xfrm>
            <a:off x="4191300" y="5018972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Output signal module</a:t>
            </a:r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91F928-612B-5AD2-EE4B-A999D04C93EA}"/>
              </a:ext>
            </a:extLst>
          </p:cNvPr>
          <p:cNvSpPr/>
          <p:nvPr/>
        </p:nvSpPr>
        <p:spPr>
          <a:xfrm>
            <a:off x="1476128" y="5018972"/>
            <a:ext cx="1280926" cy="74075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Lato"/>
                <a:cs typeface="Lato"/>
              </a:rPr>
              <a:t>Switching matrix module</a:t>
            </a:r>
            <a:endParaRPr 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06130-3595-E853-9485-F231BC7C398C}"/>
              </a:ext>
            </a:extLst>
          </p:cNvPr>
          <p:cNvSpPr txBox="1"/>
          <p:nvPr/>
        </p:nvSpPr>
        <p:spPr>
          <a:xfrm>
            <a:off x="1121221" y="1393389"/>
            <a:ext cx="27432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ea typeface="+mn-lt"/>
                <a:cs typeface="+mn-lt"/>
              </a:rPr>
              <a:t>MONITORING ANG ACQUISITION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9A7DE-2C17-055E-B0BB-792C0A898112}"/>
              </a:ext>
            </a:extLst>
          </p:cNvPr>
          <p:cNvSpPr txBox="1"/>
          <p:nvPr/>
        </p:nvSpPr>
        <p:spPr>
          <a:xfrm>
            <a:off x="1120349" y="3092423"/>
            <a:ext cx="27432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ea typeface="Lato"/>
                <a:cs typeface="Lato"/>
              </a:rPr>
              <a:t>ANALYSIS AND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854A43-1AD1-DE5B-F0C4-888EB27A34CE}"/>
              </a:ext>
            </a:extLst>
          </p:cNvPr>
          <p:cNvSpPr txBox="1"/>
          <p:nvPr/>
        </p:nvSpPr>
        <p:spPr>
          <a:xfrm>
            <a:off x="1119408" y="4790584"/>
            <a:ext cx="27432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ea typeface="Lato"/>
                <a:cs typeface="Lato"/>
              </a:rPr>
              <a:t>SIGNAL ROUTING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337A7F8-098C-4EEF-7E64-86F2DFA1DE4F}"/>
                  </a:ext>
                </a:extLst>
              </p14:cNvPr>
              <p14:cNvContentPartPr/>
              <p14:nvPr/>
            </p14:nvContentPartPr>
            <p14:xfrm>
              <a:off x="929043" y="2803364"/>
              <a:ext cx="7833" cy="995537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337A7F8-098C-4EEF-7E64-86F2DFA1DE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393" y="2785375"/>
                <a:ext cx="783300" cy="10311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A2E7D8C-87F1-4C9A-89A4-2DDB3EE3B6E8}"/>
                  </a:ext>
                </a:extLst>
              </p14:cNvPr>
              <p14:cNvContentPartPr/>
              <p14:nvPr/>
            </p14:nvContentPartPr>
            <p14:xfrm>
              <a:off x="2769315" y="2085810"/>
              <a:ext cx="1415337" cy="7833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A2E7D8C-87F1-4C9A-89A4-2DDB3EE3B6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1322" y="1694160"/>
                <a:ext cx="1450963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63E2F24-72CD-0CAF-64BF-304835F16F57}"/>
                  </a:ext>
                </a:extLst>
              </p14:cNvPr>
              <p14:cNvContentPartPr/>
              <p14:nvPr/>
            </p14:nvContentPartPr>
            <p14:xfrm>
              <a:off x="5479322" y="2085810"/>
              <a:ext cx="624833" cy="783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63E2F24-72CD-0CAF-64BF-304835F16F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1336" y="1694160"/>
                <a:ext cx="660445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577B793-EF94-F8C7-BFEF-DD08D8EB0D6C}"/>
                  </a:ext>
                </a:extLst>
              </p14:cNvPr>
              <p14:cNvContentPartPr/>
              <p14:nvPr/>
            </p14:nvContentPartPr>
            <p14:xfrm>
              <a:off x="930467" y="2802077"/>
              <a:ext cx="5211482" cy="7833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577B793-EF94-F8C7-BFEF-DD08D8EB0D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2469" y="2410427"/>
                <a:ext cx="5247118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EC801A-D9A9-3685-D44A-A83A78668102}"/>
                  </a:ext>
                </a:extLst>
              </p14:cNvPr>
              <p14:cNvContentPartPr/>
              <p14:nvPr/>
            </p14:nvContentPartPr>
            <p14:xfrm>
              <a:off x="936421" y="3799698"/>
              <a:ext cx="543162" cy="7833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EC801A-D9A9-3685-D44A-A83A786681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424" y="3408048"/>
                <a:ext cx="578797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B5A8F4A-0A71-F46D-B37F-C1356B53A236}"/>
                  </a:ext>
                </a:extLst>
              </p14:cNvPr>
              <p14:cNvContentPartPr/>
              <p14:nvPr/>
            </p14:nvContentPartPr>
            <p14:xfrm>
              <a:off x="2771068" y="3799698"/>
              <a:ext cx="1411761" cy="7833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B5A8F4A-0A71-F46D-B37F-C1356B53A23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3075" y="3408048"/>
                <a:ext cx="1447388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3C66CB8-FDFD-A39C-2439-9FBD8F233BCB}"/>
                  </a:ext>
                </a:extLst>
              </p14:cNvPr>
              <p14:cNvContentPartPr/>
              <p14:nvPr/>
            </p14:nvContentPartPr>
            <p14:xfrm>
              <a:off x="5460768" y="3799698"/>
              <a:ext cx="720680" cy="7833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3C66CB8-FDFD-A39C-2439-9FBD8F233B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42778" y="3408048"/>
                <a:ext cx="756300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5F2C77F-FD3F-2B58-C9F0-5A16AB0678C7}"/>
                  </a:ext>
                </a:extLst>
              </p14:cNvPr>
              <p14:cNvContentPartPr/>
              <p14:nvPr/>
            </p14:nvContentPartPr>
            <p14:xfrm>
              <a:off x="853939" y="5361920"/>
              <a:ext cx="604305" cy="7833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5F2C77F-FD3F-2B58-C9F0-5A16AB0678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954" y="4970270"/>
                <a:ext cx="639916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0B4772C-20ED-8AA7-819C-72E0CB49F57C}"/>
                  </a:ext>
                </a:extLst>
              </p14:cNvPr>
              <p14:cNvContentPartPr/>
              <p14:nvPr/>
            </p14:nvContentPartPr>
            <p14:xfrm>
              <a:off x="2778356" y="5361920"/>
              <a:ext cx="1420913" cy="7833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0B4772C-20ED-8AA7-819C-72E0CB49F5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60361" y="4970270"/>
                <a:ext cx="1456544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132EB67-47A4-90B4-8394-60FB2FF17FD2}"/>
                  </a:ext>
                </a:extLst>
              </p14:cNvPr>
              <p14:cNvContentPartPr/>
              <p14:nvPr/>
            </p14:nvContentPartPr>
            <p14:xfrm>
              <a:off x="6170731" y="3790360"/>
              <a:ext cx="7833" cy="714006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132EB67-47A4-90B4-8394-60FB2FF17FD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79081" y="3772366"/>
                <a:ext cx="783300" cy="749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DAA07DA-E125-73CC-75E8-F61722786AD8}"/>
                  </a:ext>
                </a:extLst>
              </p14:cNvPr>
              <p14:cNvContentPartPr/>
              <p14:nvPr/>
            </p14:nvContentPartPr>
            <p14:xfrm>
              <a:off x="6150316" y="2080619"/>
              <a:ext cx="7833" cy="707588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DAA07DA-E125-73CC-75E8-F61722786A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58666" y="2062633"/>
                <a:ext cx="783300" cy="743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9DA9A88-7008-5E46-7B90-3CE22351E419}"/>
                  </a:ext>
                </a:extLst>
              </p14:cNvPr>
              <p14:cNvContentPartPr/>
              <p14:nvPr/>
            </p14:nvContentPartPr>
            <p14:xfrm>
              <a:off x="843133" y="4496000"/>
              <a:ext cx="7833" cy="842416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9DA9A88-7008-5E46-7B90-3CE22351E41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1483" y="4478007"/>
                <a:ext cx="783300" cy="878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316874C-D99A-44B3-645A-0837B1CDDC54}"/>
                  </a:ext>
                </a:extLst>
              </p14:cNvPr>
              <p14:cNvContentPartPr/>
              <p14:nvPr/>
            </p14:nvContentPartPr>
            <p14:xfrm>
              <a:off x="6134188" y="2086347"/>
              <a:ext cx="7833" cy="7833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316874C-D99A-44B3-645A-0837B1CDDC5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36275" y="1988434"/>
                <a:ext cx="201700" cy="201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1AEF3E0-EFA5-A62D-C7E8-8295E8F6F39A}"/>
                  </a:ext>
                </a:extLst>
              </p14:cNvPr>
              <p14:cNvContentPartPr/>
              <p14:nvPr/>
            </p14:nvContentPartPr>
            <p14:xfrm>
              <a:off x="6127573" y="2082167"/>
              <a:ext cx="7833" cy="7833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1AEF3E0-EFA5-A62D-C7E8-8295E8F6F39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35923" y="1984254"/>
                <a:ext cx="783300" cy="201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794F6B3-33E5-E52D-AB4F-88D8B2E557E5}"/>
                  </a:ext>
                </a:extLst>
              </p14:cNvPr>
              <p14:cNvContentPartPr/>
              <p14:nvPr/>
            </p14:nvContentPartPr>
            <p14:xfrm>
              <a:off x="6117141" y="2077668"/>
              <a:ext cx="7833" cy="7833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794F6B3-33E5-E52D-AB4F-88D8B2E557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25491" y="1686018"/>
                <a:ext cx="783300" cy="783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97D82B4-5B33-8D34-1911-6138AA42E197}"/>
                  </a:ext>
                </a:extLst>
              </p14:cNvPr>
              <p14:cNvContentPartPr/>
              <p14:nvPr/>
            </p14:nvContentPartPr>
            <p14:xfrm>
              <a:off x="4117820" y="2018359"/>
              <a:ext cx="85413" cy="123882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97D82B4-5B33-8D34-1911-6138AA42E19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99876" y="2000405"/>
                <a:ext cx="120942" cy="159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DE1C606-C105-BC0B-10E9-B33A50188913}"/>
                  </a:ext>
                </a:extLst>
              </p14:cNvPr>
              <p14:cNvContentPartPr/>
              <p14:nvPr/>
            </p14:nvContentPartPr>
            <p14:xfrm>
              <a:off x="1409054" y="3707433"/>
              <a:ext cx="77492" cy="160845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DE1C606-C105-BC0B-10E9-B33A5018891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91116" y="3689482"/>
                <a:ext cx="113009" cy="196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6420014-DDBC-3232-C59E-BFE8C7152548}"/>
                  </a:ext>
                </a:extLst>
              </p14:cNvPr>
              <p14:cNvContentPartPr/>
              <p14:nvPr/>
            </p14:nvContentPartPr>
            <p14:xfrm>
              <a:off x="4112773" y="3709241"/>
              <a:ext cx="80377" cy="15747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6420014-DDBC-3232-C59E-BFE8C71525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94832" y="3691265"/>
                <a:ext cx="115901" cy="193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00BA1F8-C414-2D3B-BBBC-3BCA10BE0A72}"/>
                  </a:ext>
                </a:extLst>
              </p14:cNvPr>
              <p14:cNvContentPartPr/>
              <p14:nvPr/>
            </p14:nvContentPartPr>
            <p14:xfrm>
              <a:off x="1407288" y="5248986"/>
              <a:ext cx="74768" cy="199819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00BA1F8-C414-2D3B-BBBC-3BCA10BE0A7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89401" y="5231017"/>
                <a:ext cx="110184" cy="235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E22255FA-E369-C58E-B087-9C6B8375B46E}"/>
                  </a:ext>
                </a:extLst>
              </p14:cNvPr>
              <p14:cNvContentPartPr/>
              <p14:nvPr/>
            </p14:nvContentPartPr>
            <p14:xfrm>
              <a:off x="4116196" y="5277861"/>
              <a:ext cx="82664" cy="14814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E22255FA-E369-C58E-B087-9C6B8375B46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98303" y="5259883"/>
                <a:ext cx="118091" cy="183738"/>
              </a:xfrm>
              <a:prstGeom prst="rect">
                <a:avLst/>
              </a:prstGeom>
            </p:spPr>
          </p:pic>
        </mc:Fallback>
      </mc:AlternateContent>
      <p:sp>
        <p:nvSpPr>
          <p:cNvPr id="92" name="Rectangle 91">
            <a:extLst>
              <a:ext uri="{FF2B5EF4-FFF2-40B4-BE49-F238E27FC236}">
                <a16:creationId xmlns:a16="http://schemas.microsoft.com/office/drawing/2014/main" id="{EF87508C-8DA7-8E4E-89A9-352FC6D8220E}"/>
              </a:ext>
            </a:extLst>
          </p:cNvPr>
          <p:cNvSpPr/>
          <p:nvPr/>
        </p:nvSpPr>
        <p:spPr>
          <a:xfrm>
            <a:off x="2803953" y="1642192"/>
            <a:ext cx="1395647" cy="634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000000"/>
                </a:solidFill>
                <a:ea typeface="+mn-lt"/>
                <a:cs typeface="+mn-lt"/>
              </a:rPr>
              <a:t>Sensors measure, voltage, resistance , noise</a:t>
            </a:r>
            <a:endParaRPr lang="en-US" sz="800">
              <a:ea typeface="Lato"/>
              <a:cs typeface="Lato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72F41A0-9F6D-8554-67C9-4F1B07DA16ED}"/>
              </a:ext>
            </a:extLst>
          </p:cNvPr>
          <p:cNvSpPr txBox="1"/>
          <p:nvPr/>
        </p:nvSpPr>
        <p:spPr>
          <a:xfrm>
            <a:off x="2974275" y="2636685"/>
            <a:ext cx="1005914" cy="336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>
                <a:ea typeface="Lato"/>
                <a:cs typeface="Lato"/>
              </a:rPr>
              <a:t>MCU reads sensor values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412BF4-C6F6-46FE-20F2-C628461745FE}"/>
              </a:ext>
            </a:extLst>
          </p:cNvPr>
          <p:cNvSpPr txBox="1"/>
          <p:nvPr/>
        </p:nvSpPr>
        <p:spPr>
          <a:xfrm>
            <a:off x="2989718" y="3407101"/>
            <a:ext cx="10331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>
                <a:ea typeface="Lato"/>
                <a:cs typeface="Lato"/>
              </a:rPr>
              <a:t>AI checks for abnormal patterns and faults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166CB7C-0223-627F-BC95-3C5B36DA13EB}"/>
              </a:ext>
            </a:extLst>
          </p:cNvPr>
          <p:cNvSpPr txBox="1"/>
          <p:nvPr/>
        </p:nvSpPr>
        <p:spPr>
          <a:xfrm>
            <a:off x="2865361" y="4317163"/>
            <a:ext cx="124412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>
                <a:ea typeface="Lato"/>
                <a:cs typeface="Lato"/>
              </a:rPr>
              <a:t>AI chooses best healthy backup signal route</a:t>
            </a:r>
            <a:endParaRPr lang="en-US" sz="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70BCE0F-651C-006F-545F-E5782C96970B}"/>
                  </a:ext>
                </a:extLst>
              </p14:cNvPr>
              <p14:cNvContentPartPr/>
              <p14:nvPr/>
            </p14:nvContentPartPr>
            <p14:xfrm>
              <a:off x="849095" y="4487941"/>
              <a:ext cx="5309117" cy="8731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70BCE0F-651C-006F-545F-E5782C96970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1096" y="4051391"/>
                <a:ext cx="5344756" cy="87310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E278AAC5-E739-1FD4-8032-FC231AE73D8A}"/>
              </a:ext>
            </a:extLst>
          </p:cNvPr>
          <p:cNvSpPr txBox="1"/>
          <p:nvPr/>
        </p:nvSpPr>
        <p:spPr>
          <a:xfrm>
            <a:off x="2845482" y="5038157"/>
            <a:ext cx="125930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Lato"/>
                <a:cs typeface="Lato"/>
              </a:rPr>
              <a:t>Multiplexer moves signal to new path</a:t>
            </a:r>
          </a:p>
        </p:txBody>
      </p:sp>
    </p:spTree>
    <p:extLst>
      <p:ext uri="{BB962C8B-B14F-4D97-AF65-F5344CB8AC3E}">
        <p14:creationId xmlns:p14="http://schemas.microsoft.com/office/powerpoint/2010/main" val="1526288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0BBF-AADE-C7C4-8980-356B40BC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441275D-B547-BE26-0147-65A832D9DB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636" y="1866026"/>
            <a:ext cx="4718340" cy="3299841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Using oscilloscope UI.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Manually measuring rise/fall time.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Manually validating protocol timing.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Only those who know to operate can work on it.</a:t>
            </a:r>
          </a:p>
          <a:p>
            <a:pPr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AI Involvement: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AI extracts waveform features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Detects abnormal patterns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Generates protocol health score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User friendly Interface.</a:t>
            </a:r>
          </a:p>
          <a:p>
            <a:pPr>
              <a:buNone/>
            </a:pPr>
            <a:endParaRPr lang="en-US" sz="14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 sz="2000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B0CE46-082E-90C0-3FC7-B91F6D41E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PSV 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71DCC-E7F1-D86E-AFC9-1F16E1AC7157}"/>
              </a:ext>
            </a:extLst>
          </p:cNvPr>
          <p:cNvSpPr txBox="1"/>
          <p:nvPr/>
        </p:nvSpPr>
        <p:spPr>
          <a:xfrm>
            <a:off x="368746" y="877940"/>
            <a:ext cx="6418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Lato"/>
                <a:cs typeface="Lato"/>
              </a:rPr>
              <a:t>4)  AI-Based USB Oscilloscope Replacement Assistant: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7D1165-FF54-F8AB-9F34-AD7FFA201A78}"/>
              </a:ext>
            </a:extLst>
          </p:cNvPr>
          <p:cNvSpPr/>
          <p:nvPr/>
        </p:nvSpPr>
        <p:spPr>
          <a:xfrm>
            <a:off x="558527" y="1600690"/>
            <a:ext cx="1449157" cy="73183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Aptos"/>
                <a:ea typeface="+mn-lt"/>
                <a:cs typeface="+mn-lt"/>
              </a:rPr>
              <a:t>Plug the board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532939-AA1D-1302-0D12-99834242E5A8}"/>
              </a:ext>
            </a:extLst>
          </p:cNvPr>
          <p:cNvSpPr/>
          <p:nvPr/>
        </p:nvSpPr>
        <p:spPr>
          <a:xfrm>
            <a:off x="2106794" y="2327891"/>
            <a:ext cx="1830156" cy="87775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Python script uses attached USB logic analyzer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73E3FE-D41F-DAE9-8D6E-C28D788DE0B9}"/>
              </a:ext>
            </a:extLst>
          </p:cNvPr>
          <p:cNvSpPr/>
          <p:nvPr/>
        </p:nvSpPr>
        <p:spPr>
          <a:xfrm>
            <a:off x="4030146" y="3106107"/>
            <a:ext cx="1724774" cy="73183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Captures SPI/UART/I2C waveforms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518CAF-0489-5FFF-ACF6-DEC51CFCFFB6}"/>
              </a:ext>
            </a:extLst>
          </p:cNvPr>
          <p:cNvSpPr/>
          <p:nvPr/>
        </p:nvSpPr>
        <p:spPr>
          <a:xfrm>
            <a:off x="5319470" y="3986854"/>
            <a:ext cx="1935540" cy="73994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AI extracts timing parameters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9F4D50-EB87-D179-FB10-A89AE8726567}"/>
              </a:ext>
            </a:extLst>
          </p:cNvPr>
          <p:cNvSpPr/>
          <p:nvPr/>
        </p:nvSpPr>
        <p:spPr>
          <a:xfrm>
            <a:off x="2546732" y="4214584"/>
            <a:ext cx="1724774" cy="731836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  <a:ea typeface="Lato"/>
                <a:cs typeface="Lato"/>
              </a:rPr>
              <a:t>Displays in GUI.</a:t>
            </a:r>
            <a:endParaRPr lang="en-US"/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E09AA97F-76FC-801C-019E-AEC9F2F2F74C}"/>
              </a:ext>
            </a:extLst>
          </p:cNvPr>
          <p:cNvSpPr/>
          <p:nvPr/>
        </p:nvSpPr>
        <p:spPr>
          <a:xfrm rot="4740000">
            <a:off x="4562121" y="4508757"/>
            <a:ext cx="487326" cy="1434313"/>
          </a:xfrm>
          <a:prstGeom prst="curvedLef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CF12B1D3-2467-77E5-1B95-9524004F5C11}"/>
              </a:ext>
            </a:extLst>
          </p:cNvPr>
          <p:cNvSpPr/>
          <p:nvPr/>
        </p:nvSpPr>
        <p:spPr>
          <a:xfrm rot="5400000">
            <a:off x="2442879" y="1530866"/>
            <a:ext cx="395236" cy="988581"/>
          </a:xfrm>
          <a:prstGeom prst="bentArrow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332F211C-168E-FC0F-DAC0-C7E8D16E60BF}"/>
              </a:ext>
            </a:extLst>
          </p:cNvPr>
          <p:cNvSpPr/>
          <p:nvPr/>
        </p:nvSpPr>
        <p:spPr>
          <a:xfrm rot="5400000">
            <a:off x="4355985" y="2329815"/>
            <a:ext cx="395236" cy="988581"/>
          </a:xfrm>
          <a:prstGeom prst="bentArrow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6005E779-ADAA-6FC4-E351-320FE3FE5F26}"/>
              </a:ext>
            </a:extLst>
          </p:cNvPr>
          <p:cNvSpPr/>
          <p:nvPr/>
        </p:nvSpPr>
        <p:spPr>
          <a:xfrm rot="5400000">
            <a:off x="6172380" y="3171558"/>
            <a:ext cx="395236" cy="988581"/>
          </a:xfrm>
          <a:prstGeom prst="bentArrow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99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1550-BEB6-69DE-A3AB-C588E362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46EE639-7A80-30D8-8EFE-B17542ECF7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68985" y="1821724"/>
            <a:ext cx="4718340" cy="3299841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Writing configuration files manually.</a:t>
            </a: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Searching datasheets for pin mappings.</a:t>
            </a: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Selecting correct peripheral settings.</a:t>
            </a: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Detecting misconfigurations.</a:t>
            </a: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AI Involvement: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Board Identification.</a:t>
            </a: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AI fills missing fields (pin functions, peripheral speeds).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AI flags invalid configurations and proposes corrections.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User friendly Interface.</a:t>
            </a:r>
          </a:p>
          <a:p>
            <a:pPr>
              <a:buNone/>
            </a:pPr>
            <a:endParaRPr lang="en-US" sz="14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 sz="2000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DA54D9-C4A7-3C86-9763-F1D1214A3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our 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53264-FD6B-8B99-EB24-849B17653757}"/>
              </a:ext>
            </a:extLst>
          </p:cNvPr>
          <p:cNvSpPr txBox="1"/>
          <p:nvPr/>
        </p:nvSpPr>
        <p:spPr>
          <a:xfrm>
            <a:off x="368746" y="877940"/>
            <a:ext cx="6418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Lato"/>
                <a:cs typeface="Lato"/>
              </a:rPr>
              <a:t>5)  AI-Generated Device Configuration Tool:</a:t>
            </a:r>
            <a:endParaRPr lang="en-US" b="1">
              <a:latin typeface="Apto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CAE171-B462-0F05-D8DA-0C7214D40441}"/>
              </a:ext>
            </a:extLst>
          </p:cNvPr>
          <p:cNvSpPr/>
          <p:nvPr/>
        </p:nvSpPr>
        <p:spPr>
          <a:xfrm>
            <a:off x="990427" y="1825029"/>
            <a:ext cx="1724774" cy="73183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  <a:ea typeface="+mn-lt"/>
                <a:cs typeface="+mn-lt"/>
              </a:rPr>
              <a:t>Plug a hardware board</a:t>
            </a:r>
            <a:endParaRPr lang="en-US" sz="1400" b="1">
              <a:solidFill>
                <a:srgbClr val="002060"/>
              </a:solidFill>
              <a:ea typeface="Lato"/>
              <a:cs typeface="Lato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D326A7-21CE-FB23-49C2-9ACBCC19D32D}"/>
              </a:ext>
            </a:extLst>
          </p:cNvPr>
          <p:cNvSpPr/>
          <p:nvPr/>
        </p:nvSpPr>
        <p:spPr>
          <a:xfrm>
            <a:off x="3806307" y="1806443"/>
            <a:ext cx="1724774" cy="73183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System automatically detects it </a:t>
            </a:r>
            <a:endParaRPr lang="en-US" sz="1400" b="1">
              <a:solidFill>
                <a:srgbClr val="002060"/>
              </a:solidFill>
              <a:ea typeface="Lato"/>
              <a:cs typeface="Lato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76EC13-689D-B3A4-1A0D-52A70F921C46}"/>
              </a:ext>
            </a:extLst>
          </p:cNvPr>
          <p:cNvSpPr/>
          <p:nvPr/>
        </p:nvSpPr>
        <p:spPr>
          <a:xfrm>
            <a:off x="4691287" y="3289914"/>
            <a:ext cx="1724774" cy="73183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AI fills configuration settings</a:t>
            </a:r>
            <a:endParaRPr lang="en-US" sz="1400" b="1">
              <a:solidFill>
                <a:srgbClr val="002060"/>
              </a:solidFill>
              <a:ea typeface="Lato"/>
              <a:cs typeface="Lato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26B406-2ED1-6B49-ACA5-A0A9F0DDAF9F}"/>
              </a:ext>
            </a:extLst>
          </p:cNvPr>
          <p:cNvSpPr/>
          <p:nvPr/>
        </p:nvSpPr>
        <p:spPr>
          <a:xfrm>
            <a:off x="2661330" y="4529793"/>
            <a:ext cx="1935540" cy="73994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</a:rPr>
              <a:t>I/O pins, </a:t>
            </a:r>
            <a:r>
              <a:rPr lang="en-US" sz="1400" b="1" err="1">
                <a:solidFill>
                  <a:srgbClr val="002060"/>
                </a:solidFill>
                <a:latin typeface="Aptos"/>
              </a:rPr>
              <a:t>baudrates</a:t>
            </a:r>
            <a:r>
              <a:rPr lang="en-US" sz="1400" b="1">
                <a:solidFill>
                  <a:srgbClr val="002060"/>
                </a:solidFill>
                <a:latin typeface="Aptos"/>
              </a:rPr>
              <a:t>, sensors</a:t>
            </a:r>
            <a:endParaRPr lang="en-US" sz="2000" b="1">
              <a:solidFill>
                <a:srgbClr val="002060"/>
              </a:solidFill>
              <a:ea typeface="Lato"/>
              <a:cs typeface="Lat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1691C9-830D-257F-4F18-E0DB5EE981F2}"/>
              </a:ext>
            </a:extLst>
          </p:cNvPr>
          <p:cNvSpPr/>
          <p:nvPr/>
        </p:nvSpPr>
        <p:spPr>
          <a:xfrm>
            <a:off x="517685" y="3366429"/>
            <a:ext cx="1724774" cy="731836"/>
          </a:xfrm>
          <a:prstGeom prst="roundRect">
            <a:avLst/>
          </a:prstGeom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Aptos"/>
                <a:ea typeface="Lato"/>
                <a:cs typeface="Lato"/>
              </a:rPr>
              <a:t>User friendly Interface 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E6BC7FA-6D93-9CD0-98C0-1E6921C3BA0D}"/>
              </a:ext>
            </a:extLst>
          </p:cNvPr>
          <p:cNvSpPr/>
          <p:nvPr/>
        </p:nvSpPr>
        <p:spPr>
          <a:xfrm>
            <a:off x="2853212" y="2054537"/>
            <a:ext cx="778966" cy="278255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85E15F94-5CBF-1A84-32E8-FC53BA4D8CB1}"/>
              </a:ext>
            </a:extLst>
          </p:cNvPr>
          <p:cNvSpPr/>
          <p:nvPr/>
        </p:nvSpPr>
        <p:spPr>
          <a:xfrm rot="2280000">
            <a:off x="5113871" y="4187065"/>
            <a:ext cx="522767" cy="1097616"/>
          </a:xfrm>
          <a:prstGeom prst="curved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09B51567-9DBF-DF71-E927-5D55C7CF887A}"/>
              </a:ext>
            </a:extLst>
          </p:cNvPr>
          <p:cNvSpPr/>
          <p:nvPr/>
        </p:nvSpPr>
        <p:spPr>
          <a:xfrm rot="5400000">
            <a:off x="5513408" y="2269961"/>
            <a:ext cx="873510" cy="631901"/>
          </a:xfrm>
          <a:prstGeom prst="bentArrow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B8A3ED33-DC44-3136-2869-830D66E05810}"/>
              </a:ext>
            </a:extLst>
          </p:cNvPr>
          <p:cNvSpPr/>
          <p:nvPr/>
        </p:nvSpPr>
        <p:spPr>
          <a:xfrm rot="16200000">
            <a:off x="1527819" y="3958962"/>
            <a:ext cx="517580" cy="1245218"/>
          </a:xfrm>
          <a:prstGeom prst="bentArrow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87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FE99-DC83-0B91-A6E0-CD366E66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24821D7-4A9F-BD1D-B7A7-CA3EE2D4CC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17182" y="1797027"/>
            <a:ext cx="4328480" cy="3149968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 issues :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 directed test creation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Hand-written constrained random seeds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Manual debug log parsing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Repeated test planning churn</a:t>
            </a:r>
          </a:p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endParaRPr lang="en-US" sz="1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4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AI Involvement: </a:t>
            </a:r>
          </a:p>
          <a:p>
            <a:pPr marL="685800">
              <a:lnSpc>
                <a:spcPct val="100000"/>
              </a:lnSpc>
              <a:spcBef>
                <a:spcPts val="500"/>
              </a:spcBef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Silicon Behavior Understanding.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Automatic Test Generation.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Predictive Failure Modeling.</a:t>
            </a:r>
          </a:p>
          <a:p>
            <a:pPr lvl="1"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Closed-Loop Learning &amp; Validation.</a:t>
            </a:r>
          </a:p>
          <a:p>
            <a:pPr>
              <a:buNone/>
            </a:pP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>
              <a:buNone/>
            </a:pPr>
            <a:endParaRPr lang="en-US" sz="1200" b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US" sz="12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2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endParaRPr lang="en-US">
              <a:solidFill>
                <a:srgbClr val="262626"/>
              </a:solidFill>
              <a:ea typeface="Calibri"/>
              <a:cs typeface="Poppins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8ABDC35-66E4-99BA-81BD-ACE1E03C2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IN" b="1">
                <a:latin typeface="Roboto"/>
                <a:ea typeface="Roboto"/>
                <a:cs typeface="Roboto"/>
              </a:rPr>
              <a:t>From our Team: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372E4-726F-9B4B-B587-614F7AD87E8D}"/>
              </a:ext>
            </a:extLst>
          </p:cNvPr>
          <p:cNvSpPr txBox="1"/>
          <p:nvPr/>
        </p:nvSpPr>
        <p:spPr>
          <a:xfrm>
            <a:off x="368746" y="877940"/>
            <a:ext cx="6418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Lato"/>
                <a:cs typeface="Lato"/>
              </a:rPr>
              <a:t>6)  AI-Driven Dynamic Silicon Validation System (DSV-AI):</a:t>
            </a:r>
            <a:endParaRPr lang="en-US" b="1">
              <a:latin typeface="Aptos"/>
              <a:cs typeface="Lato"/>
            </a:endParaRPr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8393DD61-7E27-B0E1-1257-F144444B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3" b="18863"/>
          <a:stretch>
            <a:fillRect/>
          </a:stretch>
        </p:blipFill>
        <p:spPr>
          <a:xfrm>
            <a:off x="551066" y="2033314"/>
            <a:ext cx="6721304" cy="279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1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E586E3-D3FA-7D41-E137-C8B5C4F9642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871FB-AB5C-D707-D0E9-D4DDBA1EF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D651E8-C05A-5C34-73A9-E6E480C175D6}"/>
              </a:ext>
            </a:extLst>
          </p:cNvPr>
          <p:cNvSpPr/>
          <p:nvPr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514F0C-6E41-05E2-4703-8C5BCE4CFA85}"/>
              </a:ext>
            </a:extLst>
          </p:cNvPr>
          <p:cNvSpPr/>
          <p:nvPr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FEDABA-2E73-CD52-176A-7ADEF77BEE3F}"/>
              </a:ext>
            </a:extLst>
          </p:cNvPr>
          <p:cNvGrpSpPr/>
          <p:nvPr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8" name="Google Shape;4992;p63">
              <a:extLst>
                <a:ext uri="{FF2B5EF4-FFF2-40B4-BE49-F238E27FC236}">
                  <a16:creationId xmlns:a16="http://schemas.microsoft.com/office/drawing/2014/main" id="{70FD4656-2F86-9798-59CB-352E121910D8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4978;p63">
              <a:extLst>
                <a:ext uri="{FF2B5EF4-FFF2-40B4-BE49-F238E27FC236}">
                  <a16:creationId xmlns:a16="http://schemas.microsoft.com/office/drawing/2014/main" id="{21DB03E1-860F-C6AB-B6D0-764AF9AB90BB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4979;p63">
              <a:extLst>
                <a:ext uri="{FF2B5EF4-FFF2-40B4-BE49-F238E27FC236}">
                  <a16:creationId xmlns:a16="http://schemas.microsoft.com/office/drawing/2014/main" id="{CB61AF07-FBAE-106F-9D22-1B46927220CB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7EC5F7F-B29E-03B4-6F90-0AEDB814551D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0CC12FBF-C2C5-FF89-A89F-8843D59F4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28" name="Title 4">
            <a:extLst>
              <a:ext uri="{FF2B5EF4-FFF2-40B4-BE49-F238E27FC236}">
                <a16:creationId xmlns:a16="http://schemas.microsoft.com/office/drawing/2014/main" id="{D744B551-E2DE-EBD6-62E0-CA170E55EEC6}"/>
              </a:ext>
            </a:extLst>
          </p:cNvPr>
          <p:cNvSpPr txBox="1">
            <a:spLocks/>
          </p:cNvSpPr>
          <p:nvPr/>
        </p:nvSpPr>
        <p:spPr>
          <a:xfrm>
            <a:off x="235154" y="622011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6DC2885D-0E65-A44A-0F1C-85183E16AEB8}"/>
              </a:ext>
            </a:extLst>
          </p:cNvPr>
          <p:cNvSpPr txBox="1">
            <a:spLocks/>
          </p:cNvSpPr>
          <p:nvPr/>
        </p:nvSpPr>
        <p:spPr>
          <a:xfrm>
            <a:off x="1096399" y="622011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30" name="Title 4">
            <a:extLst>
              <a:ext uri="{FF2B5EF4-FFF2-40B4-BE49-F238E27FC236}">
                <a16:creationId xmlns:a16="http://schemas.microsoft.com/office/drawing/2014/main" id="{017BE1D9-4720-FEF7-278E-7C2730EE97A6}"/>
              </a:ext>
            </a:extLst>
          </p:cNvPr>
          <p:cNvSpPr txBox="1">
            <a:spLocks/>
          </p:cNvSpPr>
          <p:nvPr/>
        </p:nvSpPr>
        <p:spPr>
          <a:xfrm>
            <a:off x="2145757" y="622011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31" name="Title 4">
            <a:extLst>
              <a:ext uri="{FF2B5EF4-FFF2-40B4-BE49-F238E27FC236}">
                <a16:creationId xmlns:a16="http://schemas.microsoft.com/office/drawing/2014/main" id="{C75650BA-0501-2E45-4EBC-3228F05DD01D}"/>
              </a:ext>
            </a:extLst>
          </p:cNvPr>
          <p:cNvSpPr txBox="1">
            <a:spLocks/>
          </p:cNvSpPr>
          <p:nvPr/>
        </p:nvSpPr>
        <p:spPr>
          <a:xfrm>
            <a:off x="3068930" y="6242892"/>
            <a:ext cx="1420277" cy="236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&amp; Software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BA13C5-1EBF-3B9E-922B-2646D4847A4C}"/>
              </a:ext>
            </a:extLst>
          </p:cNvPr>
          <p:cNvSpPr txBox="1"/>
          <p:nvPr/>
        </p:nvSpPr>
        <p:spPr>
          <a:xfrm>
            <a:off x="877834" y="3605873"/>
            <a:ext cx="3865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Lato" panose="020F0502020204030203" pitchFamily="34" charset="0"/>
                <a:ea typeface="Roboto Black" panose="02000000000000000000" pitchFamily="2" charset="0"/>
              </a:rPr>
              <a:t>www.tessolve.com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9C2375-7395-3E85-65A1-C3D5B3630D33}"/>
              </a:ext>
            </a:extLst>
          </p:cNvPr>
          <p:cNvSpPr txBox="1"/>
          <p:nvPr/>
        </p:nvSpPr>
        <p:spPr>
          <a:xfrm>
            <a:off x="877834" y="4165618"/>
            <a:ext cx="386534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400">
                <a:latin typeface="Lato"/>
                <a:ea typeface="Roboto Black"/>
                <a:cs typeface="Lato"/>
              </a:rPr>
              <a:t>gokul.sakthivelrajan@tessolve.com</a:t>
            </a:r>
            <a:endParaRPr lang="en-IN" sz="1400">
              <a:latin typeface="Lato" panose="020F0502020204030203" pitchFamily="34" charset="0"/>
              <a:ea typeface="Roboto Black" panose="02000000000000000000" pitchFamily="2" charset="0"/>
              <a:cs typeface="Lato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ECF534-F799-BD62-F451-8DAAC7C61868}"/>
              </a:ext>
            </a:extLst>
          </p:cNvPr>
          <p:cNvSpPr txBox="1"/>
          <p:nvPr/>
        </p:nvSpPr>
        <p:spPr>
          <a:xfrm>
            <a:off x="877834" y="4776427"/>
            <a:ext cx="3865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Lato" panose="020F0502020204030203" pitchFamily="34" charset="0"/>
                <a:ea typeface="Roboto Black" panose="02000000000000000000" pitchFamily="2" charset="0"/>
              </a:rPr>
              <a:t>Click to add text</a:t>
            </a:r>
          </a:p>
        </p:txBody>
      </p:sp>
      <p:sp>
        <p:nvSpPr>
          <p:cNvPr id="89" name="Text Placeholder 23">
            <a:extLst>
              <a:ext uri="{FF2B5EF4-FFF2-40B4-BE49-F238E27FC236}">
                <a16:creationId xmlns:a16="http://schemas.microsoft.com/office/drawing/2014/main" id="{F868F7B1-E26D-29D7-2598-B76421DCED69}"/>
              </a:ext>
            </a:extLst>
          </p:cNvPr>
          <p:cNvSpPr txBox="1">
            <a:spLocks/>
          </p:cNvSpPr>
          <p:nvPr/>
        </p:nvSpPr>
        <p:spPr>
          <a:xfrm>
            <a:off x="320684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THANK YOU</a:t>
            </a:r>
          </a:p>
        </p:txBody>
      </p:sp>
      <p:pic>
        <p:nvPicPr>
          <p:cNvPr id="90" name="Graphic 89">
            <a:hlinkClick r:id="rId4"/>
            <a:extLst>
              <a:ext uri="{FF2B5EF4-FFF2-40B4-BE49-F238E27FC236}">
                <a16:creationId xmlns:a16="http://schemas.microsoft.com/office/drawing/2014/main" id="{C6ED0529-7956-757B-B2E7-B3D5B9D8B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8923" y="6180957"/>
            <a:ext cx="360000" cy="360000"/>
          </a:xfrm>
          <a:prstGeom prst="rect">
            <a:avLst/>
          </a:prstGeom>
        </p:spPr>
      </p:pic>
      <p:pic>
        <p:nvPicPr>
          <p:cNvPr id="91" name="Graphic 90">
            <a:hlinkClick r:id="rId7"/>
            <a:extLst>
              <a:ext uri="{FF2B5EF4-FFF2-40B4-BE49-F238E27FC236}">
                <a16:creationId xmlns:a16="http://schemas.microsoft.com/office/drawing/2014/main" id="{489E0721-EED4-9FC0-98C5-1D52641138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9989" y="6180957"/>
            <a:ext cx="360000" cy="360000"/>
          </a:xfrm>
          <a:prstGeom prst="rect">
            <a:avLst/>
          </a:prstGeom>
        </p:spPr>
      </p:pic>
      <p:pic>
        <p:nvPicPr>
          <p:cNvPr id="92" name="Graphic 91">
            <a:hlinkClick r:id="rId10"/>
            <a:extLst>
              <a:ext uri="{FF2B5EF4-FFF2-40B4-BE49-F238E27FC236}">
                <a16:creationId xmlns:a16="http://schemas.microsoft.com/office/drawing/2014/main" id="{0992E80D-8A5B-F25B-4F63-0600EDCDFA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72191" y="6180957"/>
            <a:ext cx="360000" cy="360000"/>
          </a:xfrm>
          <a:prstGeom prst="rect">
            <a:avLst/>
          </a:prstGeom>
        </p:spPr>
      </p:pic>
      <p:pic>
        <p:nvPicPr>
          <p:cNvPr id="93" name="Graphic 92">
            <a:hlinkClick r:id="rId13"/>
            <a:extLst>
              <a:ext uri="{FF2B5EF4-FFF2-40B4-BE49-F238E27FC236}">
                <a16:creationId xmlns:a16="http://schemas.microsoft.com/office/drawing/2014/main" id="{58D781D2-8ED4-CFE9-44ED-057EEEE777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38297" y="6180957"/>
            <a:ext cx="360000" cy="360000"/>
          </a:xfrm>
          <a:prstGeom prst="rect">
            <a:avLst/>
          </a:prstGeom>
        </p:spPr>
      </p:pic>
      <p:pic>
        <p:nvPicPr>
          <p:cNvPr id="94" name="Graphic 93">
            <a:hlinkClick r:id="rId16"/>
            <a:extLst>
              <a:ext uri="{FF2B5EF4-FFF2-40B4-BE49-F238E27FC236}">
                <a16:creationId xmlns:a16="http://schemas.microsoft.com/office/drawing/2014/main" id="{60AEB7AF-CA7C-FC7E-00D6-476FD01CD8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61681" y="6180957"/>
            <a:ext cx="360000" cy="360000"/>
          </a:xfrm>
          <a:prstGeom prst="rect">
            <a:avLst/>
          </a:prstGeom>
        </p:spPr>
      </p:pic>
      <p:pic>
        <p:nvPicPr>
          <p:cNvPr id="204" name="Graphic 203">
            <a:hlinkClick r:id="rId19"/>
            <a:extLst>
              <a:ext uri="{FF2B5EF4-FFF2-40B4-BE49-F238E27FC236}">
                <a16:creationId xmlns:a16="http://schemas.microsoft.com/office/drawing/2014/main" id="{9205D1CF-D73E-1D26-4315-470991F5B79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7033" y="5725782"/>
            <a:ext cx="394886" cy="394886"/>
          </a:xfrm>
          <a:prstGeom prst="rect">
            <a:avLst/>
          </a:prstGeom>
        </p:spPr>
      </p:pic>
      <p:pic>
        <p:nvPicPr>
          <p:cNvPr id="206" name="Graphic 205">
            <a:hlinkClick r:id="rId22"/>
            <a:extLst>
              <a:ext uri="{FF2B5EF4-FFF2-40B4-BE49-F238E27FC236}">
                <a16:creationId xmlns:a16="http://schemas.microsoft.com/office/drawing/2014/main" id="{B3A8A1AB-CB3C-4D83-D185-5007360942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26490" y="5709512"/>
            <a:ext cx="394887" cy="394887"/>
          </a:xfrm>
          <a:prstGeom prst="rect">
            <a:avLst/>
          </a:prstGeom>
        </p:spPr>
      </p:pic>
      <p:pic>
        <p:nvPicPr>
          <p:cNvPr id="208" name="Graphic 207">
            <a:hlinkClick r:id="rId25"/>
            <a:extLst>
              <a:ext uri="{FF2B5EF4-FFF2-40B4-BE49-F238E27FC236}">
                <a16:creationId xmlns:a16="http://schemas.microsoft.com/office/drawing/2014/main" id="{167C19BA-676D-31B9-1DB6-F144B864FDA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48622" y="5732177"/>
            <a:ext cx="387463" cy="387463"/>
          </a:xfrm>
          <a:prstGeom prst="rect">
            <a:avLst/>
          </a:prstGeom>
        </p:spPr>
      </p:pic>
      <p:pic>
        <p:nvPicPr>
          <p:cNvPr id="210" name="Graphic 209">
            <a:hlinkClick r:id="rId28"/>
            <a:extLst>
              <a:ext uri="{FF2B5EF4-FFF2-40B4-BE49-F238E27FC236}">
                <a16:creationId xmlns:a16="http://schemas.microsoft.com/office/drawing/2014/main" id="{7544D56D-A58D-18E0-73A3-377C2F02C13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371623" y="5700286"/>
            <a:ext cx="406529" cy="4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11894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Akshay Darvekar</dc:creator>
  <cp:revision>11</cp:revision>
  <dcterms:created xsi:type="dcterms:W3CDTF">2023-05-15T06:06:53Z</dcterms:created>
  <dcterms:modified xsi:type="dcterms:W3CDTF">2025-11-17T08:50:13Z</dcterms:modified>
</cp:coreProperties>
</file>